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2" r:id="rId6"/>
    <p:sldId id="265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5254" autoAdjust="0"/>
  </p:normalViewPr>
  <p:slideViewPr>
    <p:cSldViewPr snapToGrid="0" showGuides="1">
      <p:cViewPr varScale="1">
        <p:scale>
          <a:sx n="94" d="100"/>
          <a:sy n="94" d="100"/>
        </p:scale>
        <p:origin x="1116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1" d="100"/>
          <a:sy n="71" d="100"/>
        </p:scale>
        <p:origin x="2966" y="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980504-953E-4301-B828-E58D434BCA3F}" type="doc">
      <dgm:prSet loTypeId="urn:microsoft.com/office/officeart/2005/8/layout/h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61B23A1-5FF2-4535-98E4-306AC532F893}">
      <dgm:prSet/>
      <dgm:spPr/>
      <dgm:t>
        <a:bodyPr/>
        <a:lstStyle/>
        <a:p>
          <a:r>
            <a:rPr lang="de-CH"/>
            <a:t>Gut</a:t>
          </a:r>
          <a:endParaRPr lang="en-US"/>
        </a:p>
      </dgm:t>
    </dgm:pt>
    <dgm:pt modelId="{B163E261-422E-499F-BC9F-51534FD4176A}" type="parTrans" cxnId="{863440C7-917B-4BF8-8DCB-2EC6AB7160F0}">
      <dgm:prSet/>
      <dgm:spPr/>
      <dgm:t>
        <a:bodyPr/>
        <a:lstStyle/>
        <a:p>
          <a:endParaRPr lang="en-US"/>
        </a:p>
      </dgm:t>
    </dgm:pt>
    <dgm:pt modelId="{B84B52F1-CC25-45E0-B3B5-2B5612186AC5}" type="sibTrans" cxnId="{863440C7-917B-4BF8-8DCB-2EC6AB7160F0}">
      <dgm:prSet/>
      <dgm:spPr/>
      <dgm:t>
        <a:bodyPr/>
        <a:lstStyle/>
        <a:p>
          <a:endParaRPr lang="en-US"/>
        </a:p>
      </dgm:t>
    </dgm:pt>
    <dgm:pt modelId="{31CB82BE-EC88-4E43-90B6-48BD0D537763}">
      <dgm:prSet/>
      <dgm:spPr/>
      <dgm:t>
        <a:bodyPr/>
        <a:lstStyle/>
        <a:p>
          <a:r>
            <a:rPr lang="en-US" dirty="0" err="1"/>
            <a:t>Realistische</a:t>
          </a:r>
          <a:r>
            <a:rPr lang="en-US" dirty="0"/>
            <a:t> </a:t>
          </a:r>
          <a:r>
            <a:rPr lang="en-US" dirty="0" err="1"/>
            <a:t>Planung</a:t>
          </a:r>
          <a:endParaRPr lang="en-US" dirty="0"/>
        </a:p>
      </dgm:t>
    </dgm:pt>
    <dgm:pt modelId="{2A5A0F94-9581-4452-8CF6-9DA940EFADCA}" type="parTrans" cxnId="{60E493FD-E992-4EB6-8226-C65E96CC9F13}">
      <dgm:prSet/>
      <dgm:spPr/>
      <dgm:t>
        <a:bodyPr/>
        <a:lstStyle/>
        <a:p>
          <a:endParaRPr lang="en-US"/>
        </a:p>
      </dgm:t>
    </dgm:pt>
    <dgm:pt modelId="{B41762A1-386F-419B-979C-A3122CD80DC5}" type="sibTrans" cxnId="{60E493FD-E992-4EB6-8226-C65E96CC9F13}">
      <dgm:prSet/>
      <dgm:spPr/>
      <dgm:t>
        <a:bodyPr/>
        <a:lstStyle/>
        <a:p>
          <a:endParaRPr lang="en-US"/>
        </a:p>
      </dgm:t>
    </dgm:pt>
    <dgm:pt modelId="{44D2855E-9DC1-4AC1-9CAE-BDD7E49854E2}">
      <dgm:prSet/>
      <dgm:spPr/>
      <dgm:t>
        <a:bodyPr/>
        <a:lstStyle/>
        <a:p>
          <a:r>
            <a:rPr lang="de-CH"/>
            <a:t>Schlecht</a:t>
          </a:r>
          <a:endParaRPr lang="en-US"/>
        </a:p>
      </dgm:t>
    </dgm:pt>
    <dgm:pt modelId="{6971691E-3C4E-465B-9E53-1C91F4D6AEB7}" type="parTrans" cxnId="{85AA98EB-BC20-4CB8-9DFF-428719CBEE24}">
      <dgm:prSet/>
      <dgm:spPr/>
      <dgm:t>
        <a:bodyPr/>
        <a:lstStyle/>
        <a:p>
          <a:endParaRPr lang="en-US"/>
        </a:p>
      </dgm:t>
    </dgm:pt>
    <dgm:pt modelId="{E9780A60-C6A3-42D9-81F3-54460B77D94D}" type="sibTrans" cxnId="{85AA98EB-BC20-4CB8-9DFF-428719CBEE24}">
      <dgm:prSet/>
      <dgm:spPr/>
      <dgm:t>
        <a:bodyPr/>
        <a:lstStyle/>
        <a:p>
          <a:endParaRPr lang="en-US"/>
        </a:p>
      </dgm:t>
    </dgm:pt>
    <dgm:pt modelId="{376CEF3A-D4BD-487E-97E9-A3BA4AA08BDF}">
      <dgm:prSet/>
      <dgm:spPr/>
      <dgm:t>
        <a:bodyPr/>
        <a:lstStyle/>
        <a:p>
          <a:r>
            <a:rPr lang="en-US" dirty="0" err="1"/>
            <a:t>Registrierungsfunktion</a:t>
          </a:r>
          <a:endParaRPr lang="en-US" dirty="0"/>
        </a:p>
      </dgm:t>
    </dgm:pt>
    <dgm:pt modelId="{BE184584-B119-494D-8CAD-972FE7E73B47}" type="parTrans" cxnId="{650C20F3-F855-46AA-9D7F-777E2A22A941}">
      <dgm:prSet/>
      <dgm:spPr/>
      <dgm:t>
        <a:bodyPr/>
        <a:lstStyle/>
        <a:p>
          <a:endParaRPr lang="en-US"/>
        </a:p>
      </dgm:t>
    </dgm:pt>
    <dgm:pt modelId="{0A3E76AA-7B9A-47C6-AA27-6063E9160ABE}" type="sibTrans" cxnId="{650C20F3-F855-46AA-9D7F-777E2A22A941}">
      <dgm:prSet/>
      <dgm:spPr/>
      <dgm:t>
        <a:bodyPr/>
        <a:lstStyle/>
        <a:p>
          <a:endParaRPr lang="en-US"/>
        </a:p>
      </dgm:t>
    </dgm:pt>
    <dgm:pt modelId="{2C076484-C2DB-4690-91B9-CB820D0A78A4}">
      <dgm:prSet/>
      <dgm:spPr/>
      <dgm:t>
        <a:bodyPr/>
        <a:lstStyle/>
        <a:p>
          <a:r>
            <a:rPr lang="en-US" dirty="0" err="1"/>
            <a:t>Dokumentation</a:t>
          </a:r>
          <a:r>
            <a:rPr lang="en-US" dirty="0"/>
            <a:t> </a:t>
          </a:r>
          <a:r>
            <a:rPr lang="en-US" dirty="0" err="1"/>
            <a:t>aktuell</a:t>
          </a:r>
          <a:endParaRPr lang="en-US" dirty="0"/>
        </a:p>
      </dgm:t>
    </dgm:pt>
    <dgm:pt modelId="{CD1CAAFF-2E29-479D-B778-14E91C3EE7A4}" type="parTrans" cxnId="{0E1B831D-9351-45DC-9CBB-12846415E5EB}">
      <dgm:prSet/>
      <dgm:spPr/>
    </dgm:pt>
    <dgm:pt modelId="{9CC51E14-CAD5-42F4-84D9-67FCC4FBE973}" type="sibTrans" cxnId="{0E1B831D-9351-45DC-9CBB-12846415E5EB}">
      <dgm:prSet/>
      <dgm:spPr/>
    </dgm:pt>
    <dgm:pt modelId="{0ACCD98B-8A77-4606-A2F0-B9FAFEB51E09}">
      <dgm:prSet/>
      <dgm:spPr/>
      <dgm:t>
        <a:bodyPr/>
        <a:lstStyle/>
        <a:p>
          <a:r>
            <a:rPr lang="en-US" dirty="0" err="1"/>
            <a:t>Funktionale</a:t>
          </a:r>
          <a:r>
            <a:rPr lang="en-US" dirty="0"/>
            <a:t> </a:t>
          </a:r>
          <a:r>
            <a:rPr lang="en-US" dirty="0" err="1"/>
            <a:t>Datenbank</a:t>
          </a:r>
          <a:endParaRPr lang="en-US" dirty="0"/>
        </a:p>
      </dgm:t>
    </dgm:pt>
    <dgm:pt modelId="{248EF654-7B08-4C71-845C-64919D59D634}" type="parTrans" cxnId="{05BB184F-4F60-436E-9503-E2C5BFFAF3B3}">
      <dgm:prSet/>
      <dgm:spPr/>
    </dgm:pt>
    <dgm:pt modelId="{BF48865D-4C47-4A91-AE86-78A38F1BB522}" type="sibTrans" cxnId="{05BB184F-4F60-436E-9503-E2C5BFFAF3B3}">
      <dgm:prSet/>
      <dgm:spPr/>
    </dgm:pt>
    <dgm:pt modelId="{57975B7D-C593-4F3B-A3D8-B904FB790BCC}">
      <dgm:prSet/>
      <dgm:spPr/>
      <dgm:t>
        <a:bodyPr/>
        <a:lstStyle/>
        <a:p>
          <a:r>
            <a:rPr lang="en-US" dirty="0" err="1"/>
            <a:t>Authentifizierungssystem</a:t>
          </a:r>
          <a:endParaRPr lang="en-US" dirty="0"/>
        </a:p>
      </dgm:t>
    </dgm:pt>
    <dgm:pt modelId="{76BAD131-B08E-4597-9120-EA77BE4D2D6D}" type="parTrans" cxnId="{28A33F50-DFDA-42E2-9DBB-913440E264D0}">
      <dgm:prSet/>
      <dgm:spPr/>
    </dgm:pt>
    <dgm:pt modelId="{5A8990B0-EAE2-4350-8CAC-9B1EF8FD316C}" type="sibTrans" cxnId="{28A33F50-DFDA-42E2-9DBB-913440E264D0}">
      <dgm:prSet/>
      <dgm:spPr/>
    </dgm:pt>
    <dgm:pt modelId="{DD8C04FA-CCF1-4E78-B478-2DF2D8702AAB}">
      <dgm:prSet/>
      <dgm:spPr/>
      <dgm:t>
        <a:bodyPr/>
        <a:lstStyle/>
        <a:p>
          <a:r>
            <a:rPr lang="en-US" dirty="0"/>
            <a:t>HTTP-Parameter </a:t>
          </a:r>
          <a:r>
            <a:rPr lang="en-US" dirty="0" err="1"/>
            <a:t>mit</a:t>
          </a:r>
          <a:r>
            <a:rPr lang="en-US" dirty="0"/>
            <a:t> </a:t>
          </a:r>
          <a:r>
            <a:rPr lang="en-US" dirty="0" err="1"/>
            <a:t>Sonderzeichen</a:t>
          </a:r>
          <a:endParaRPr lang="en-US" dirty="0"/>
        </a:p>
      </dgm:t>
    </dgm:pt>
    <dgm:pt modelId="{DE006707-E207-4516-A4A9-5500EF66C0E1}" type="parTrans" cxnId="{FD5530B9-81AD-453E-8097-97AD0C26BE7F}">
      <dgm:prSet/>
      <dgm:spPr/>
    </dgm:pt>
    <dgm:pt modelId="{78610550-7C3D-4F17-BA56-DF6FDC61024D}" type="sibTrans" cxnId="{FD5530B9-81AD-453E-8097-97AD0C26BE7F}">
      <dgm:prSet/>
      <dgm:spPr/>
    </dgm:pt>
    <dgm:pt modelId="{BC1B5AC2-B863-4620-AEAD-80785B1C2ECB}">
      <dgm:prSet/>
      <dgm:spPr/>
      <dgm:t>
        <a:bodyPr/>
        <a:lstStyle/>
        <a:p>
          <a:r>
            <a:rPr lang="en-US" dirty="0"/>
            <a:t>Datenbankverbindung</a:t>
          </a:r>
        </a:p>
      </dgm:t>
    </dgm:pt>
    <dgm:pt modelId="{04E7BCC4-E104-4CDA-A27C-7B2CEF13FA1C}" type="parTrans" cxnId="{1CC5967C-65D0-4E25-8E3A-266E0367AEA2}">
      <dgm:prSet/>
      <dgm:spPr/>
    </dgm:pt>
    <dgm:pt modelId="{A24707AF-F8E4-464E-A005-10CFC7A8DDEF}" type="sibTrans" cxnId="{1CC5967C-65D0-4E25-8E3A-266E0367AEA2}">
      <dgm:prSet/>
      <dgm:spPr/>
    </dgm:pt>
    <dgm:pt modelId="{577CD706-25C0-4FCA-BCF8-E9294E32BF7B}" type="pres">
      <dgm:prSet presAssocID="{4D980504-953E-4301-B828-E58D434BCA3F}" presName="Name0" presStyleCnt="0">
        <dgm:presLayoutVars>
          <dgm:dir/>
          <dgm:animLvl val="lvl"/>
          <dgm:resizeHandles val="exact"/>
        </dgm:presLayoutVars>
      </dgm:prSet>
      <dgm:spPr/>
    </dgm:pt>
    <dgm:pt modelId="{3FA3E944-D19F-4044-99AC-1326BA569857}" type="pres">
      <dgm:prSet presAssocID="{D61B23A1-5FF2-4535-98E4-306AC532F893}" presName="composite" presStyleCnt="0"/>
      <dgm:spPr/>
    </dgm:pt>
    <dgm:pt modelId="{1A67E919-6498-49D5-BA83-F7C821418D96}" type="pres">
      <dgm:prSet presAssocID="{D61B23A1-5FF2-4535-98E4-306AC532F89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9FE66B3-1A86-490F-99E6-31FEB651703B}" type="pres">
      <dgm:prSet presAssocID="{D61B23A1-5FF2-4535-98E4-306AC532F893}" presName="desTx" presStyleLbl="alignAccFollowNode1" presStyleIdx="0" presStyleCnt="2">
        <dgm:presLayoutVars>
          <dgm:bulletEnabled val="1"/>
        </dgm:presLayoutVars>
      </dgm:prSet>
      <dgm:spPr/>
    </dgm:pt>
    <dgm:pt modelId="{696E08A6-BA0E-496C-B1B6-F3A908AC72A8}" type="pres">
      <dgm:prSet presAssocID="{B84B52F1-CC25-45E0-B3B5-2B5612186AC5}" presName="space" presStyleCnt="0"/>
      <dgm:spPr/>
    </dgm:pt>
    <dgm:pt modelId="{1B1C54C1-6951-489E-9F2C-D39FC0F0B037}" type="pres">
      <dgm:prSet presAssocID="{44D2855E-9DC1-4AC1-9CAE-BDD7E49854E2}" presName="composite" presStyleCnt="0"/>
      <dgm:spPr/>
    </dgm:pt>
    <dgm:pt modelId="{363841F4-4FA8-4642-9454-5CA6D8751E26}" type="pres">
      <dgm:prSet presAssocID="{44D2855E-9DC1-4AC1-9CAE-BDD7E49854E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B554E7A-9EAD-49E6-B3E8-CA52D927B00C}" type="pres">
      <dgm:prSet presAssocID="{44D2855E-9DC1-4AC1-9CAE-BDD7E49854E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E1B831D-9351-45DC-9CBB-12846415E5EB}" srcId="{D61B23A1-5FF2-4535-98E4-306AC532F893}" destId="{2C076484-C2DB-4690-91B9-CB820D0A78A4}" srcOrd="1" destOrd="0" parTransId="{CD1CAAFF-2E29-479D-B778-14E91C3EE7A4}" sibTransId="{9CC51E14-CAD5-42F4-84D9-67FCC4FBE973}"/>
    <dgm:cxn modelId="{F8887A2B-48FC-44E9-BAEF-EFED088D266B}" type="presOf" srcId="{4D980504-953E-4301-B828-E58D434BCA3F}" destId="{577CD706-25C0-4FCA-BCF8-E9294E32BF7B}" srcOrd="0" destOrd="0" presId="urn:microsoft.com/office/officeart/2005/8/layout/hList1"/>
    <dgm:cxn modelId="{7A42C940-B2C6-4616-97C5-F64DB11C5B4F}" type="presOf" srcId="{31CB82BE-EC88-4E43-90B6-48BD0D537763}" destId="{79FE66B3-1A86-490F-99E6-31FEB651703B}" srcOrd="0" destOrd="0" presId="urn:microsoft.com/office/officeart/2005/8/layout/hList1"/>
    <dgm:cxn modelId="{4CD89D6A-2003-430E-830B-2F252AE19084}" type="presOf" srcId="{DD8C04FA-CCF1-4E78-B478-2DF2D8702AAB}" destId="{DB554E7A-9EAD-49E6-B3E8-CA52D927B00C}" srcOrd="0" destOrd="1" presId="urn:microsoft.com/office/officeart/2005/8/layout/hList1"/>
    <dgm:cxn modelId="{05BB184F-4F60-436E-9503-E2C5BFFAF3B3}" srcId="{D61B23A1-5FF2-4535-98E4-306AC532F893}" destId="{0ACCD98B-8A77-4606-A2F0-B9FAFEB51E09}" srcOrd="2" destOrd="0" parTransId="{248EF654-7B08-4C71-845C-64919D59D634}" sibTransId="{BF48865D-4C47-4A91-AE86-78A38F1BB522}"/>
    <dgm:cxn modelId="{28A33F50-DFDA-42E2-9DBB-913440E264D0}" srcId="{D61B23A1-5FF2-4535-98E4-306AC532F893}" destId="{57975B7D-C593-4F3B-A3D8-B904FB790BCC}" srcOrd="3" destOrd="0" parTransId="{76BAD131-B08E-4597-9120-EA77BE4D2D6D}" sibTransId="{5A8990B0-EAE2-4350-8CAC-9B1EF8FD316C}"/>
    <dgm:cxn modelId="{1CB2FC51-8D17-4CAF-9D12-3002D3859BCD}" type="presOf" srcId="{D61B23A1-5FF2-4535-98E4-306AC532F893}" destId="{1A67E919-6498-49D5-BA83-F7C821418D96}" srcOrd="0" destOrd="0" presId="urn:microsoft.com/office/officeart/2005/8/layout/hList1"/>
    <dgm:cxn modelId="{DC51C357-00A1-4DBD-9DA9-03A501F58BE8}" type="presOf" srcId="{376CEF3A-D4BD-487E-97E9-A3BA4AA08BDF}" destId="{DB554E7A-9EAD-49E6-B3E8-CA52D927B00C}" srcOrd="0" destOrd="0" presId="urn:microsoft.com/office/officeart/2005/8/layout/hList1"/>
    <dgm:cxn modelId="{66B34358-4A48-4914-977B-C48E8129E869}" type="presOf" srcId="{57975B7D-C593-4F3B-A3D8-B904FB790BCC}" destId="{79FE66B3-1A86-490F-99E6-31FEB651703B}" srcOrd="0" destOrd="3" presId="urn:microsoft.com/office/officeart/2005/8/layout/hList1"/>
    <dgm:cxn modelId="{1CC5967C-65D0-4E25-8E3A-266E0367AEA2}" srcId="{44D2855E-9DC1-4AC1-9CAE-BDD7E49854E2}" destId="{BC1B5AC2-B863-4620-AEAD-80785B1C2ECB}" srcOrd="2" destOrd="0" parTransId="{04E7BCC4-E104-4CDA-A27C-7B2CEF13FA1C}" sibTransId="{A24707AF-F8E4-464E-A005-10CFC7A8DDEF}"/>
    <dgm:cxn modelId="{52C96BA0-1905-40B8-BF10-CB3FB6B1EC06}" type="presOf" srcId="{44D2855E-9DC1-4AC1-9CAE-BDD7E49854E2}" destId="{363841F4-4FA8-4642-9454-5CA6D8751E26}" srcOrd="0" destOrd="0" presId="urn:microsoft.com/office/officeart/2005/8/layout/hList1"/>
    <dgm:cxn modelId="{C4A2AFA0-4EEA-4394-8B88-5FEED6794CA9}" type="presOf" srcId="{BC1B5AC2-B863-4620-AEAD-80785B1C2ECB}" destId="{DB554E7A-9EAD-49E6-B3E8-CA52D927B00C}" srcOrd="0" destOrd="2" presId="urn:microsoft.com/office/officeart/2005/8/layout/hList1"/>
    <dgm:cxn modelId="{FD5530B9-81AD-453E-8097-97AD0C26BE7F}" srcId="{44D2855E-9DC1-4AC1-9CAE-BDD7E49854E2}" destId="{DD8C04FA-CCF1-4E78-B478-2DF2D8702AAB}" srcOrd="1" destOrd="0" parTransId="{DE006707-E207-4516-A4A9-5500EF66C0E1}" sibTransId="{78610550-7C3D-4F17-BA56-DF6FDC61024D}"/>
    <dgm:cxn modelId="{B70148C5-075C-4EE3-97DB-B70784C2C949}" type="presOf" srcId="{2C076484-C2DB-4690-91B9-CB820D0A78A4}" destId="{79FE66B3-1A86-490F-99E6-31FEB651703B}" srcOrd="0" destOrd="1" presId="urn:microsoft.com/office/officeart/2005/8/layout/hList1"/>
    <dgm:cxn modelId="{863440C7-917B-4BF8-8DCB-2EC6AB7160F0}" srcId="{4D980504-953E-4301-B828-E58D434BCA3F}" destId="{D61B23A1-5FF2-4535-98E4-306AC532F893}" srcOrd="0" destOrd="0" parTransId="{B163E261-422E-499F-BC9F-51534FD4176A}" sibTransId="{B84B52F1-CC25-45E0-B3B5-2B5612186AC5}"/>
    <dgm:cxn modelId="{85AA98EB-BC20-4CB8-9DFF-428719CBEE24}" srcId="{4D980504-953E-4301-B828-E58D434BCA3F}" destId="{44D2855E-9DC1-4AC1-9CAE-BDD7E49854E2}" srcOrd="1" destOrd="0" parTransId="{6971691E-3C4E-465B-9E53-1C91F4D6AEB7}" sibTransId="{E9780A60-C6A3-42D9-81F3-54460B77D94D}"/>
    <dgm:cxn modelId="{650C20F3-F855-46AA-9D7F-777E2A22A941}" srcId="{44D2855E-9DC1-4AC1-9CAE-BDD7E49854E2}" destId="{376CEF3A-D4BD-487E-97E9-A3BA4AA08BDF}" srcOrd="0" destOrd="0" parTransId="{BE184584-B119-494D-8CAD-972FE7E73B47}" sibTransId="{0A3E76AA-7B9A-47C6-AA27-6063E9160ABE}"/>
    <dgm:cxn modelId="{60E493FD-E992-4EB6-8226-C65E96CC9F13}" srcId="{D61B23A1-5FF2-4535-98E4-306AC532F893}" destId="{31CB82BE-EC88-4E43-90B6-48BD0D537763}" srcOrd="0" destOrd="0" parTransId="{2A5A0F94-9581-4452-8CF6-9DA940EFADCA}" sibTransId="{B41762A1-386F-419B-979C-A3122CD80DC5}"/>
    <dgm:cxn modelId="{FF4E6FFF-5974-4C30-BDAF-2947D9588D90}" type="presOf" srcId="{0ACCD98B-8A77-4606-A2F0-B9FAFEB51E09}" destId="{79FE66B3-1A86-490F-99E6-31FEB651703B}" srcOrd="0" destOrd="2" presId="urn:microsoft.com/office/officeart/2005/8/layout/hList1"/>
    <dgm:cxn modelId="{0C93CAC1-D9BA-435C-A297-F94B3F83494F}" type="presParOf" srcId="{577CD706-25C0-4FCA-BCF8-E9294E32BF7B}" destId="{3FA3E944-D19F-4044-99AC-1326BA569857}" srcOrd="0" destOrd="0" presId="urn:microsoft.com/office/officeart/2005/8/layout/hList1"/>
    <dgm:cxn modelId="{AABEEC94-302A-42F2-819F-D83D1BF10152}" type="presParOf" srcId="{3FA3E944-D19F-4044-99AC-1326BA569857}" destId="{1A67E919-6498-49D5-BA83-F7C821418D96}" srcOrd="0" destOrd="0" presId="urn:microsoft.com/office/officeart/2005/8/layout/hList1"/>
    <dgm:cxn modelId="{427A92AA-F059-49D3-B305-CAC56A3817D5}" type="presParOf" srcId="{3FA3E944-D19F-4044-99AC-1326BA569857}" destId="{79FE66B3-1A86-490F-99E6-31FEB651703B}" srcOrd="1" destOrd="0" presId="urn:microsoft.com/office/officeart/2005/8/layout/hList1"/>
    <dgm:cxn modelId="{44C9AE0B-8641-4F83-8032-2B130CA54E3B}" type="presParOf" srcId="{577CD706-25C0-4FCA-BCF8-E9294E32BF7B}" destId="{696E08A6-BA0E-496C-B1B6-F3A908AC72A8}" srcOrd="1" destOrd="0" presId="urn:microsoft.com/office/officeart/2005/8/layout/hList1"/>
    <dgm:cxn modelId="{812D2B22-F812-4A0B-AD4F-0DE17E1C583B}" type="presParOf" srcId="{577CD706-25C0-4FCA-BCF8-E9294E32BF7B}" destId="{1B1C54C1-6951-489E-9F2C-D39FC0F0B037}" srcOrd="2" destOrd="0" presId="urn:microsoft.com/office/officeart/2005/8/layout/hList1"/>
    <dgm:cxn modelId="{0169A026-1BD5-4991-890E-9FC3E3B626AB}" type="presParOf" srcId="{1B1C54C1-6951-489E-9F2C-D39FC0F0B037}" destId="{363841F4-4FA8-4642-9454-5CA6D8751E26}" srcOrd="0" destOrd="0" presId="urn:microsoft.com/office/officeart/2005/8/layout/hList1"/>
    <dgm:cxn modelId="{C1DCE701-53FC-41E2-B16F-A4E9A158D417}" type="presParOf" srcId="{1B1C54C1-6951-489E-9F2C-D39FC0F0B037}" destId="{DB554E7A-9EAD-49E6-B3E8-CA52D927B00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C75ACA-741F-4D83-9D6F-1701551B8BAE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A748B7-0013-47C5-A01A-5328D6E80F2F}">
      <dgm:prSet/>
      <dgm:spPr/>
      <dgm:t>
        <a:bodyPr/>
        <a:lstStyle/>
        <a:p>
          <a:r>
            <a:rPr lang="de-CH" dirty="0"/>
            <a:t>Erfahrungssammlung</a:t>
          </a:r>
          <a:endParaRPr lang="en-US" dirty="0"/>
        </a:p>
      </dgm:t>
    </dgm:pt>
    <dgm:pt modelId="{129DE145-0568-49D3-9378-CB9CD0237BE0}" type="parTrans" cxnId="{84AB1E64-95E5-412F-889B-85A617440494}">
      <dgm:prSet/>
      <dgm:spPr/>
      <dgm:t>
        <a:bodyPr/>
        <a:lstStyle/>
        <a:p>
          <a:endParaRPr lang="en-US"/>
        </a:p>
      </dgm:t>
    </dgm:pt>
    <dgm:pt modelId="{05C5EF15-540A-4504-AB51-9CEB61FBC992}" type="sibTrans" cxnId="{84AB1E64-95E5-412F-889B-85A617440494}">
      <dgm:prSet/>
      <dgm:spPr/>
      <dgm:t>
        <a:bodyPr/>
        <a:lstStyle/>
        <a:p>
          <a:endParaRPr lang="en-US"/>
        </a:p>
      </dgm:t>
    </dgm:pt>
    <dgm:pt modelId="{565AFD7F-A934-44E7-831A-6072BD049A99}">
      <dgm:prSet/>
      <dgm:spPr/>
      <dgm:t>
        <a:bodyPr/>
        <a:lstStyle/>
        <a:p>
          <a:r>
            <a:rPr lang="de-CH" dirty="0"/>
            <a:t>Dokumentation immer aktuell</a:t>
          </a:r>
          <a:endParaRPr lang="en-US" dirty="0"/>
        </a:p>
      </dgm:t>
    </dgm:pt>
    <dgm:pt modelId="{26CA4F1A-618A-4B03-92EF-1C8D4DCCE99A}" type="parTrans" cxnId="{9F65D942-A9A8-42D3-B965-BFC3CECB804F}">
      <dgm:prSet/>
      <dgm:spPr/>
      <dgm:t>
        <a:bodyPr/>
        <a:lstStyle/>
        <a:p>
          <a:endParaRPr lang="en-US"/>
        </a:p>
      </dgm:t>
    </dgm:pt>
    <dgm:pt modelId="{D8330913-026C-48E5-8A47-C1DC4AA8F426}" type="sibTrans" cxnId="{9F65D942-A9A8-42D3-B965-BFC3CECB804F}">
      <dgm:prSet/>
      <dgm:spPr/>
      <dgm:t>
        <a:bodyPr/>
        <a:lstStyle/>
        <a:p>
          <a:endParaRPr lang="en-US"/>
        </a:p>
      </dgm:t>
    </dgm:pt>
    <dgm:pt modelId="{CC188720-C4A3-4B65-A487-51277E13D14D}">
      <dgm:prSet/>
      <dgm:spPr/>
      <dgm:t>
        <a:bodyPr/>
        <a:lstStyle/>
        <a:p>
          <a:r>
            <a:rPr lang="de-CH" dirty="0"/>
            <a:t>Inkonsistente Verwendung von http-</a:t>
          </a:r>
          <a:r>
            <a:rPr lang="de-CH" dirty="0" err="1"/>
            <a:t>Requests</a:t>
          </a:r>
          <a:endParaRPr lang="en-US" dirty="0"/>
        </a:p>
      </dgm:t>
    </dgm:pt>
    <dgm:pt modelId="{BF45FC67-ECAC-4DCD-BD81-96AB06D253CA}" type="parTrans" cxnId="{EF944E83-9D6B-42EC-95A8-434FCF84C531}">
      <dgm:prSet/>
      <dgm:spPr/>
      <dgm:t>
        <a:bodyPr/>
        <a:lstStyle/>
        <a:p>
          <a:endParaRPr lang="en-US"/>
        </a:p>
      </dgm:t>
    </dgm:pt>
    <dgm:pt modelId="{F7AF704E-7AD9-43DC-8551-CDB186E1B50B}" type="sibTrans" cxnId="{EF944E83-9D6B-42EC-95A8-434FCF84C531}">
      <dgm:prSet/>
      <dgm:spPr/>
      <dgm:t>
        <a:bodyPr/>
        <a:lstStyle/>
        <a:p>
          <a:endParaRPr lang="en-US"/>
        </a:p>
      </dgm:t>
    </dgm:pt>
    <dgm:pt modelId="{6778C094-5D93-4228-8FDD-62A9CB8F907F}" type="pres">
      <dgm:prSet presAssocID="{EDC75ACA-741F-4D83-9D6F-1701551B8BA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9AEE83-C3C7-4E19-AD6B-639C84470429}" type="pres">
      <dgm:prSet presAssocID="{2FA748B7-0013-47C5-A01A-5328D6E80F2F}" presName="hierRoot1" presStyleCnt="0"/>
      <dgm:spPr/>
    </dgm:pt>
    <dgm:pt modelId="{A7D31EDA-D83D-4B42-8E4E-887340D1411A}" type="pres">
      <dgm:prSet presAssocID="{2FA748B7-0013-47C5-A01A-5328D6E80F2F}" presName="composite" presStyleCnt="0"/>
      <dgm:spPr/>
    </dgm:pt>
    <dgm:pt modelId="{9EDF5FC4-9D9A-46F7-A460-268BC32F66CF}" type="pres">
      <dgm:prSet presAssocID="{2FA748B7-0013-47C5-A01A-5328D6E80F2F}" presName="background" presStyleLbl="node0" presStyleIdx="0" presStyleCnt="3"/>
      <dgm:spPr/>
    </dgm:pt>
    <dgm:pt modelId="{0275038E-6E04-40B1-83CC-024D6CD1A605}" type="pres">
      <dgm:prSet presAssocID="{2FA748B7-0013-47C5-A01A-5328D6E80F2F}" presName="text" presStyleLbl="fgAcc0" presStyleIdx="0" presStyleCnt="3">
        <dgm:presLayoutVars>
          <dgm:chPref val="3"/>
        </dgm:presLayoutVars>
      </dgm:prSet>
      <dgm:spPr/>
    </dgm:pt>
    <dgm:pt modelId="{DD34574B-9AB6-4763-A76C-A5BC0BB6B3AD}" type="pres">
      <dgm:prSet presAssocID="{2FA748B7-0013-47C5-A01A-5328D6E80F2F}" presName="hierChild2" presStyleCnt="0"/>
      <dgm:spPr/>
    </dgm:pt>
    <dgm:pt modelId="{00C106F0-B5AB-471A-A321-E32A5F3326DB}" type="pres">
      <dgm:prSet presAssocID="{565AFD7F-A934-44E7-831A-6072BD049A99}" presName="hierRoot1" presStyleCnt="0"/>
      <dgm:spPr/>
    </dgm:pt>
    <dgm:pt modelId="{78018937-4572-4D84-BB8A-9388811CC015}" type="pres">
      <dgm:prSet presAssocID="{565AFD7F-A934-44E7-831A-6072BD049A99}" presName="composite" presStyleCnt="0"/>
      <dgm:spPr/>
    </dgm:pt>
    <dgm:pt modelId="{8698B54B-E290-46DE-9E5C-B1059C732924}" type="pres">
      <dgm:prSet presAssocID="{565AFD7F-A934-44E7-831A-6072BD049A99}" presName="background" presStyleLbl="node0" presStyleIdx="1" presStyleCnt="3"/>
      <dgm:spPr/>
    </dgm:pt>
    <dgm:pt modelId="{F78727AB-E146-4B72-878D-E160123DFA70}" type="pres">
      <dgm:prSet presAssocID="{565AFD7F-A934-44E7-831A-6072BD049A99}" presName="text" presStyleLbl="fgAcc0" presStyleIdx="1" presStyleCnt="3">
        <dgm:presLayoutVars>
          <dgm:chPref val="3"/>
        </dgm:presLayoutVars>
      </dgm:prSet>
      <dgm:spPr/>
    </dgm:pt>
    <dgm:pt modelId="{2930B60A-2719-43EA-A018-CEA2C2811E3C}" type="pres">
      <dgm:prSet presAssocID="{565AFD7F-A934-44E7-831A-6072BD049A99}" presName="hierChild2" presStyleCnt="0"/>
      <dgm:spPr/>
    </dgm:pt>
    <dgm:pt modelId="{C0DF45FF-C5D7-4330-A624-D9CD84F0393D}" type="pres">
      <dgm:prSet presAssocID="{CC188720-C4A3-4B65-A487-51277E13D14D}" presName="hierRoot1" presStyleCnt="0"/>
      <dgm:spPr/>
    </dgm:pt>
    <dgm:pt modelId="{4053D37C-AEA4-42EC-B6FF-C273849E938B}" type="pres">
      <dgm:prSet presAssocID="{CC188720-C4A3-4B65-A487-51277E13D14D}" presName="composite" presStyleCnt="0"/>
      <dgm:spPr/>
    </dgm:pt>
    <dgm:pt modelId="{0BF1C3CC-5364-4BB4-A1E0-7909791888B0}" type="pres">
      <dgm:prSet presAssocID="{CC188720-C4A3-4B65-A487-51277E13D14D}" presName="background" presStyleLbl="node0" presStyleIdx="2" presStyleCnt="3"/>
      <dgm:spPr/>
    </dgm:pt>
    <dgm:pt modelId="{66135296-7DE3-46A4-9809-CC191EA91699}" type="pres">
      <dgm:prSet presAssocID="{CC188720-C4A3-4B65-A487-51277E13D14D}" presName="text" presStyleLbl="fgAcc0" presStyleIdx="2" presStyleCnt="3">
        <dgm:presLayoutVars>
          <dgm:chPref val="3"/>
        </dgm:presLayoutVars>
      </dgm:prSet>
      <dgm:spPr/>
    </dgm:pt>
    <dgm:pt modelId="{F5CF3228-B22B-4091-93EE-31AC16E4A635}" type="pres">
      <dgm:prSet presAssocID="{CC188720-C4A3-4B65-A487-51277E13D14D}" presName="hierChild2" presStyleCnt="0"/>
      <dgm:spPr/>
    </dgm:pt>
  </dgm:ptLst>
  <dgm:cxnLst>
    <dgm:cxn modelId="{F2E59F1C-A9C0-485E-A9EB-9ABBE7B0DFB6}" type="presOf" srcId="{CC188720-C4A3-4B65-A487-51277E13D14D}" destId="{66135296-7DE3-46A4-9809-CC191EA91699}" srcOrd="0" destOrd="0" presId="urn:microsoft.com/office/officeart/2005/8/layout/hierarchy1"/>
    <dgm:cxn modelId="{9F65D942-A9A8-42D3-B965-BFC3CECB804F}" srcId="{EDC75ACA-741F-4D83-9D6F-1701551B8BAE}" destId="{565AFD7F-A934-44E7-831A-6072BD049A99}" srcOrd="1" destOrd="0" parTransId="{26CA4F1A-618A-4B03-92EF-1C8D4DCCE99A}" sibTransId="{D8330913-026C-48E5-8A47-C1DC4AA8F426}"/>
    <dgm:cxn modelId="{84AB1E64-95E5-412F-889B-85A617440494}" srcId="{EDC75ACA-741F-4D83-9D6F-1701551B8BAE}" destId="{2FA748B7-0013-47C5-A01A-5328D6E80F2F}" srcOrd="0" destOrd="0" parTransId="{129DE145-0568-49D3-9378-CB9CD0237BE0}" sibTransId="{05C5EF15-540A-4504-AB51-9CEB61FBC992}"/>
    <dgm:cxn modelId="{EF944E83-9D6B-42EC-95A8-434FCF84C531}" srcId="{EDC75ACA-741F-4D83-9D6F-1701551B8BAE}" destId="{CC188720-C4A3-4B65-A487-51277E13D14D}" srcOrd="2" destOrd="0" parTransId="{BF45FC67-ECAC-4DCD-BD81-96AB06D253CA}" sibTransId="{F7AF704E-7AD9-43DC-8551-CDB186E1B50B}"/>
    <dgm:cxn modelId="{2BE1699A-C117-4BB8-928B-ADB92908A496}" type="presOf" srcId="{EDC75ACA-741F-4D83-9D6F-1701551B8BAE}" destId="{6778C094-5D93-4228-8FDD-62A9CB8F907F}" srcOrd="0" destOrd="0" presId="urn:microsoft.com/office/officeart/2005/8/layout/hierarchy1"/>
    <dgm:cxn modelId="{DD7105E1-8641-4575-80FA-A9D382EFEB63}" type="presOf" srcId="{565AFD7F-A934-44E7-831A-6072BD049A99}" destId="{F78727AB-E146-4B72-878D-E160123DFA70}" srcOrd="0" destOrd="0" presId="urn:microsoft.com/office/officeart/2005/8/layout/hierarchy1"/>
    <dgm:cxn modelId="{B9B4F4E4-3A94-4013-9046-4EE75922C9A5}" type="presOf" srcId="{2FA748B7-0013-47C5-A01A-5328D6E80F2F}" destId="{0275038E-6E04-40B1-83CC-024D6CD1A605}" srcOrd="0" destOrd="0" presId="urn:microsoft.com/office/officeart/2005/8/layout/hierarchy1"/>
    <dgm:cxn modelId="{58D781B3-B154-40E3-966B-85BE1AB9C22E}" type="presParOf" srcId="{6778C094-5D93-4228-8FDD-62A9CB8F907F}" destId="{599AEE83-C3C7-4E19-AD6B-639C84470429}" srcOrd="0" destOrd="0" presId="urn:microsoft.com/office/officeart/2005/8/layout/hierarchy1"/>
    <dgm:cxn modelId="{478DB557-1599-4A8D-9447-C8EB73BA979D}" type="presParOf" srcId="{599AEE83-C3C7-4E19-AD6B-639C84470429}" destId="{A7D31EDA-D83D-4B42-8E4E-887340D1411A}" srcOrd="0" destOrd="0" presId="urn:microsoft.com/office/officeart/2005/8/layout/hierarchy1"/>
    <dgm:cxn modelId="{C95245F8-EFDE-453A-B26A-DE99A843A627}" type="presParOf" srcId="{A7D31EDA-D83D-4B42-8E4E-887340D1411A}" destId="{9EDF5FC4-9D9A-46F7-A460-268BC32F66CF}" srcOrd="0" destOrd="0" presId="urn:microsoft.com/office/officeart/2005/8/layout/hierarchy1"/>
    <dgm:cxn modelId="{E631C186-013F-46F1-8D1B-EB59F15D80C3}" type="presParOf" srcId="{A7D31EDA-D83D-4B42-8E4E-887340D1411A}" destId="{0275038E-6E04-40B1-83CC-024D6CD1A605}" srcOrd="1" destOrd="0" presId="urn:microsoft.com/office/officeart/2005/8/layout/hierarchy1"/>
    <dgm:cxn modelId="{4311827D-609B-4BEB-B3DE-3D5DDC08DBCC}" type="presParOf" srcId="{599AEE83-C3C7-4E19-AD6B-639C84470429}" destId="{DD34574B-9AB6-4763-A76C-A5BC0BB6B3AD}" srcOrd="1" destOrd="0" presId="urn:microsoft.com/office/officeart/2005/8/layout/hierarchy1"/>
    <dgm:cxn modelId="{A1E0A760-6D8D-4786-A3E3-C62A169291D2}" type="presParOf" srcId="{6778C094-5D93-4228-8FDD-62A9CB8F907F}" destId="{00C106F0-B5AB-471A-A321-E32A5F3326DB}" srcOrd="1" destOrd="0" presId="urn:microsoft.com/office/officeart/2005/8/layout/hierarchy1"/>
    <dgm:cxn modelId="{094C3015-F8A5-4A5D-B907-A6F0DB688B0C}" type="presParOf" srcId="{00C106F0-B5AB-471A-A321-E32A5F3326DB}" destId="{78018937-4572-4D84-BB8A-9388811CC015}" srcOrd="0" destOrd="0" presId="urn:microsoft.com/office/officeart/2005/8/layout/hierarchy1"/>
    <dgm:cxn modelId="{31B9FB25-2965-4B05-AA21-08497A10350F}" type="presParOf" srcId="{78018937-4572-4D84-BB8A-9388811CC015}" destId="{8698B54B-E290-46DE-9E5C-B1059C732924}" srcOrd="0" destOrd="0" presId="urn:microsoft.com/office/officeart/2005/8/layout/hierarchy1"/>
    <dgm:cxn modelId="{66806157-0149-4F20-9850-9430F843E8D3}" type="presParOf" srcId="{78018937-4572-4D84-BB8A-9388811CC015}" destId="{F78727AB-E146-4B72-878D-E160123DFA70}" srcOrd="1" destOrd="0" presId="urn:microsoft.com/office/officeart/2005/8/layout/hierarchy1"/>
    <dgm:cxn modelId="{9EAF85B2-1011-4550-B277-C440EF80664A}" type="presParOf" srcId="{00C106F0-B5AB-471A-A321-E32A5F3326DB}" destId="{2930B60A-2719-43EA-A018-CEA2C2811E3C}" srcOrd="1" destOrd="0" presId="urn:microsoft.com/office/officeart/2005/8/layout/hierarchy1"/>
    <dgm:cxn modelId="{E543FF45-D0EE-4C00-B535-76C551C9C506}" type="presParOf" srcId="{6778C094-5D93-4228-8FDD-62A9CB8F907F}" destId="{C0DF45FF-C5D7-4330-A624-D9CD84F0393D}" srcOrd="2" destOrd="0" presId="urn:microsoft.com/office/officeart/2005/8/layout/hierarchy1"/>
    <dgm:cxn modelId="{34809812-A23D-448E-86DF-A58EA5BD4B33}" type="presParOf" srcId="{C0DF45FF-C5D7-4330-A624-D9CD84F0393D}" destId="{4053D37C-AEA4-42EC-B6FF-C273849E938B}" srcOrd="0" destOrd="0" presId="urn:microsoft.com/office/officeart/2005/8/layout/hierarchy1"/>
    <dgm:cxn modelId="{0CACF9E4-4F40-406F-8375-C16F79A19EEF}" type="presParOf" srcId="{4053D37C-AEA4-42EC-B6FF-C273849E938B}" destId="{0BF1C3CC-5364-4BB4-A1E0-7909791888B0}" srcOrd="0" destOrd="0" presId="urn:microsoft.com/office/officeart/2005/8/layout/hierarchy1"/>
    <dgm:cxn modelId="{5FC39112-16ED-4A47-B60D-71979E05126E}" type="presParOf" srcId="{4053D37C-AEA4-42EC-B6FF-C273849E938B}" destId="{66135296-7DE3-46A4-9809-CC191EA91699}" srcOrd="1" destOrd="0" presId="urn:microsoft.com/office/officeart/2005/8/layout/hierarchy1"/>
    <dgm:cxn modelId="{6206EABA-6531-4750-8F2E-CA7343340853}" type="presParOf" srcId="{C0DF45FF-C5D7-4330-A624-D9CD84F0393D}" destId="{F5CF3228-B22B-4091-93EE-31AC16E4A63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7E919-6498-49D5-BA83-F7C821418D96}">
      <dsp:nvSpPr>
        <dsp:cNvPr id="0" name=""/>
        <dsp:cNvSpPr/>
      </dsp:nvSpPr>
      <dsp:spPr>
        <a:xfrm>
          <a:off x="48" y="108817"/>
          <a:ext cx="4628926" cy="864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000" kern="1200"/>
            <a:t>Gut</a:t>
          </a:r>
          <a:endParaRPr lang="en-US" sz="3000" kern="1200"/>
        </a:p>
      </dsp:txBody>
      <dsp:txXfrm>
        <a:off x="48" y="108817"/>
        <a:ext cx="4628926" cy="864000"/>
      </dsp:txXfrm>
    </dsp:sp>
    <dsp:sp modelId="{79FE66B3-1A86-490F-99E6-31FEB651703B}">
      <dsp:nvSpPr>
        <dsp:cNvPr id="0" name=""/>
        <dsp:cNvSpPr/>
      </dsp:nvSpPr>
      <dsp:spPr>
        <a:xfrm>
          <a:off x="48" y="972817"/>
          <a:ext cx="4628926" cy="2305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Realistische</a:t>
          </a:r>
          <a:r>
            <a:rPr lang="en-US" sz="3000" kern="1200" dirty="0"/>
            <a:t> </a:t>
          </a:r>
          <a:r>
            <a:rPr lang="en-US" sz="3000" kern="1200" dirty="0" err="1"/>
            <a:t>Planung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Dokumentation</a:t>
          </a:r>
          <a:r>
            <a:rPr lang="en-US" sz="3000" kern="1200" dirty="0"/>
            <a:t> </a:t>
          </a:r>
          <a:r>
            <a:rPr lang="en-US" sz="3000" kern="1200" dirty="0" err="1"/>
            <a:t>aktuell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Funktionale</a:t>
          </a:r>
          <a:r>
            <a:rPr lang="en-US" sz="3000" kern="1200" dirty="0"/>
            <a:t> </a:t>
          </a:r>
          <a:r>
            <a:rPr lang="en-US" sz="3000" kern="1200" dirty="0" err="1"/>
            <a:t>Datenbank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Authentifizierungssystem</a:t>
          </a:r>
          <a:endParaRPr lang="en-US" sz="3000" kern="1200" dirty="0"/>
        </a:p>
      </dsp:txBody>
      <dsp:txXfrm>
        <a:off x="48" y="972817"/>
        <a:ext cx="4628926" cy="2305800"/>
      </dsp:txXfrm>
    </dsp:sp>
    <dsp:sp modelId="{363841F4-4FA8-4642-9454-5CA6D8751E26}">
      <dsp:nvSpPr>
        <dsp:cNvPr id="0" name=""/>
        <dsp:cNvSpPr/>
      </dsp:nvSpPr>
      <dsp:spPr>
        <a:xfrm>
          <a:off x="5277024" y="108817"/>
          <a:ext cx="4628926" cy="864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000" kern="1200"/>
            <a:t>Schlecht</a:t>
          </a:r>
          <a:endParaRPr lang="en-US" sz="3000" kern="1200"/>
        </a:p>
      </dsp:txBody>
      <dsp:txXfrm>
        <a:off x="5277024" y="108817"/>
        <a:ext cx="4628926" cy="864000"/>
      </dsp:txXfrm>
    </dsp:sp>
    <dsp:sp modelId="{DB554E7A-9EAD-49E6-B3E8-CA52D927B00C}">
      <dsp:nvSpPr>
        <dsp:cNvPr id="0" name=""/>
        <dsp:cNvSpPr/>
      </dsp:nvSpPr>
      <dsp:spPr>
        <a:xfrm>
          <a:off x="5277024" y="972817"/>
          <a:ext cx="4628926" cy="2305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 err="1"/>
            <a:t>Registrierungsfunktion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HTTP-Parameter </a:t>
          </a:r>
          <a:r>
            <a:rPr lang="en-US" sz="3000" kern="1200" dirty="0" err="1"/>
            <a:t>mit</a:t>
          </a:r>
          <a:r>
            <a:rPr lang="en-US" sz="3000" kern="1200" dirty="0"/>
            <a:t> </a:t>
          </a:r>
          <a:r>
            <a:rPr lang="en-US" sz="3000" kern="1200" dirty="0" err="1"/>
            <a:t>Sonderzeichen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/>
            <a:t>Datenbankverbindung</a:t>
          </a:r>
        </a:p>
      </dsp:txBody>
      <dsp:txXfrm>
        <a:off x="5277024" y="972817"/>
        <a:ext cx="4628926" cy="2305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F5FC4-9D9A-46F7-A460-268BC32F66CF}">
      <dsp:nvSpPr>
        <dsp:cNvPr id="0" name=""/>
        <dsp:cNvSpPr/>
      </dsp:nvSpPr>
      <dsp:spPr>
        <a:xfrm>
          <a:off x="0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75038E-6E04-40B1-83CC-024D6CD1A605}">
      <dsp:nvSpPr>
        <dsp:cNvPr id="0" name=""/>
        <dsp:cNvSpPr/>
      </dsp:nvSpPr>
      <dsp:spPr>
        <a:xfrm>
          <a:off x="309562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300" kern="1200" dirty="0"/>
            <a:t>Erfahrungssammlung</a:t>
          </a:r>
          <a:endParaRPr lang="en-US" sz="2300" kern="1200" dirty="0"/>
        </a:p>
      </dsp:txBody>
      <dsp:txXfrm>
        <a:off x="361379" y="1008002"/>
        <a:ext cx="2682428" cy="1665515"/>
      </dsp:txXfrm>
    </dsp:sp>
    <dsp:sp modelId="{8698B54B-E290-46DE-9E5C-B1059C732924}">
      <dsp:nvSpPr>
        <dsp:cNvPr id="0" name=""/>
        <dsp:cNvSpPr/>
      </dsp:nvSpPr>
      <dsp:spPr>
        <a:xfrm>
          <a:off x="3405187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8727AB-E146-4B72-878D-E160123DFA70}">
      <dsp:nvSpPr>
        <dsp:cNvPr id="0" name=""/>
        <dsp:cNvSpPr/>
      </dsp:nvSpPr>
      <dsp:spPr>
        <a:xfrm>
          <a:off x="3714749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300" kern="1200" dirty="0"/>
            <a:t>Dokumentation immer aktuell</a:t>
          </a:r>
          <a:endParaRPr lang="en-US" sz="2300" kern="1200" dirty="0"/>
        </a:p>
      </dsp:txBody>
      <dsp:txXfrm>
        <a:off x="3766566" y="1008002"/>
        <a:ext cx="2682428" cy="1665515"/>
      </dsp:txXfrm>
    </dsp:sp>
    <dsp:sp modelId="{0BF1C3CC-5364-4BB4-A1E0-7909791888B0}">
      <dsp:nvSpPr>
        <dsp:cNvPr id="0" name=""/>
        <dsp:cNvSpPr/>
      </dsp:nvSpPr>
      <dsp:spPr>
        <a:xfrm>
          <a:off x="6810375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135296-7DE3-46A4-9809-CC191EA91699}">
      <dsp:nvSpPr>
        <dsp:cNvPr id="0" name=""/>
        <dsp:cNvSpPr/>
      </dsp:nvSpPr>
      <dsp:spPr>
        <a:xfrm>
          <a:off x="7119937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300" kern="1200" dirty="0"/>
            <a:t>Inkonsistente Verwendung von http-</a:t>
          </a:r>
          <a:r>
            <a:rPr lang="de-CH" sz="2300" kern="1200" dirty="0" err="1"/>
            <a:t>Requests</a:t>
          </a:r>
          <a:endParaRPr lang="en-US" sz="2300" kern="1200" dirty="0"/>
        </a:p>
      </dsp:txBody>
      <dsp:txXfrm>
        <a:off x="7171754" y="1008002"/>
        <a:ext cx="2682428" cy="1665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B0E4306-A9FD-C9A4-570D-AF4B38CB3C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B1D7D7-601F-62D9-9178-E37653EC2F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BAF1F-8C39-4414-8C74-C895C5798F0A}" type="datetimeFigureOut">
              <a:rPr lang="de-CH" smtClean="0"/>
              <a:t>27.06.2025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01858F-1344-5A8C-F7E0-FBE724FD97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31C662-FCED-32AA-5800-BD60FA88C9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1C6EC-5580-47BA-A6B8-82A7BF4260E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66804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A5E45-F3FD-470B-A6F8-568D89AC2C4F}" type="datetimeFigureOut">
              <a:rPr lang="de-CH" smtClean="0"/>
              <a:t>27.06.2025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896A1-7A7D-4D4A-9D13-6BD00B7CA0F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79689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Thema</a:t>
            </a:r>
          </a:p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Ziele</a:t>
            </a:r>
          </a:p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Zwischenziele</a:t>
            </a:r>
          </a:p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Demonstration</a:t>
            </a:r>
          </a:p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Pros/Contras - was lief gut, was lief schlecht</a:t>
            </a:r>
          </a:p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Fazit</a:t>
            </a:r>
          </a:p>
          <a:p>
            <a:pPr marL="171450" indent="-171450" algn="l">
              <a:buFont typeface="Symbol" panose="05050102010706020507" pitchFamily="18" charset="2"/>
              <a:buChar char="-"/>
            </a:pPr>
            <a:r>
              <a:rPr lang="de-DE" b="0" i="0" dirty="0">
                <a:effectLst/>
                <a:latin typeface="-apple-system"/>
              </a:rPr>
              <a:t>Quellenverzeichnis</a:t>
            </a:r>
            <a:endParaRPr lang="de-CH" dirty="0"/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3689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Flashcard App für Mobile gemacht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Erweiterung für Desktop mit verschiedenen Funktionalitäten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Relationale Datenbank im Backend für mehr Möglichkeiten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CH" dirty="0"/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188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3 Hauptziele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7297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de-DE" b="1" dirty="0"/>
              <a:t>GUT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Ich denke, mir sind die Multiplayerfunktion gut gelungen ist.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Zuerst habe ich die Random Zahlen für die Würfel im JavaScript generieren lassen.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Somit hat jeder User andere Würfelzahlen, da JavaScript im Browser ausgeführt wird.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Um dies zu ändern, generierte ich die Zahlen in einem PHP-</a:t>
            </a:r>
            <a:r>
              <a:rPr lang="de-DE" dirty="0" err="1"/>
              <a:t>Script</a:t>
            </a:r>
            <a:r>
              <a:rPr lang="de-DE" dirty="0"/>
              <a:t>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Danke dem, dass PHP eine Serverseitige Programmiersprache ist, konnte ich von jedem </a:t>
            </a:r>
            <a:r>
              <a:rPr lang="de-DE" dirty="0" err="1"/>
              <a:t>client</a:t>
            </a:r>
            <a:r>
              <a:rPr lang="de-DE" dirty="0"/>
              <a:t> mit einem http-</a:t>
            </a:r>
            <a:r>
              <a:rPr lang="de-DE" dirty="0" err="1"/>
              <a:t>request</a:t>
            </a:r>
            <a:r>
              <a:rPr lang="de-DE" dirty="0"/>
              <a:t> auf dieselben Würfelwerte Zugreifen.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Nun könnten die Spieler auch in verschiedenen Kontinenten sein und Trotzdem miteinander das Spiel spielen.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Auch die Benutzeroberfläche ansprechen aussieht und auch selbsterklärend ist, wenn man das Spiel kennt.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Ich habe viel gelernt, vor allem, was http-</a:t>
            </a:r>
            <a:r>
              <a:rPr lang="de-DE" dirty="0" err="1"/>
              <a:t>requests</a:t>
            </a:r>
            <a:r>
              <a:rPr lang="de-DE" dirty="0"/>
              <a:t> und json angeht.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0" indent="0">
              <a:buFont typeface="Symbol" panose="05050102010706020507" pitchFamily="18" charset="2"/>
              <a:buNone/>
            </a:pPr>
            <a:r>
              <a:rPr lang="de-DE" b="1" dirty="0"/>
              <a:t>SCHLECHT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Ich habe mich bei der Planung ziemlich vertan.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Ich wollte in der Zeit viel mehr machen, was für mich leider nicht möglich war.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Ich denke jedoch, wenn wir etwa 3 Tage mehr Zeit bekommen hätten, hätte ich auch </a:t>
            </a:r>
            <a:r>
              <a:rPr lang="de-DE" dirty="0" err="1"/>
              <a:t>KrissKross</a:t>
            </a:r>
            <a:r>
              <a:rPr lang="de-DE" dirty="0"/>
              <a:t> umsetzen können und hätte somit alle Ziele erreicht.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Die beiden Spiele haben noch einige fehlende Features, mit denen ich das Spiel noch optimieren könnte.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z.B. Bei allen Mitspielern anzeigen, sobald das Spiel fertig ist.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Aus Zeitlichen gründen, musste ich auf dieses Verzichten.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Leider ist nicht alles durchgehend responsive.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Das Spiel Twenty-</a:t>
            </a:r>
            <a:r>
              <a:rPr lang="de-DE" dirty="0" err="1"/>
              <a:t>One</a:t>
            </a:r>
            <a:r>
              <a:rPr lang="de-DE" dirty="0"/>
              <a:t> hat ein SVG als Spielfeld im Hintergrund.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DE" dirty="0"/>
              <a:t>Es ist Schwierig, dieses SVG Proportional zu </a:t>
            </a:r>
            <a:r>
              <a:rPr lang="de-DE" dirty="0" err="1"/>
              <a:t>vergrössern</a:t>
            </a:r>
            <a:r>
              <a:rPr lang="de-DE" dirty="0"/>
              <a:t> bzw. verkleinern.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DE" dirty="0"/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168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7237-1B42-23AC-6525-493433A1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9C71F5A-2C7A-C459-ED73-51F731186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2414B6F-AC21-58E0-57CB-AA7D0739B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-"/>
            </a:pP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4716E5-EE43-200E-C47D-42EACEC04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9009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-"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0434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8097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Abschliessend würde ich sagen, dass mir Projekt gut gelungen ist. 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Ich habe vieles gelernt und bin auch auf ein zufriedenstellendes Endprodukt gekommen.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Das nächste Mal muss ich mich besser auf die Zeitplanung achten.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Was auch jedes Mal eine Schwäche von mir ist, dass ich mich zu sehr auf Details fokussiere und viel Zeit dafür aufbringe.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endParaRPr lang="de-CH" dirty="0"/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All in all hat es mir spass gemacht, das Projekt umzusetzen.</a:t>
            </a:r>
          </a:p>
          <a:p>
            <a:pPr marL="171450" indent="-171450">
              <a:buFont typeface="Symbol" panose="05050102010706020507" pitchFamily="18" charset="2"/>
              <a:buChar char="-"/>
            </a:pPr>
            <a:r>
              <a:rPr lang="de-CH" dirty="0"/>
              <a:t>Ich werde bestimmt dieses Projekt in meiner Freizeit verfeinern.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896A1-7A7D-4D4A-9D13-6BD00B7CA0F7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727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23AB-E162-4861-9FAF-68D7E8098A19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sz="2400"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94B7-902E-437D-B325-FF179A914589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Bretscher Jan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2FBB3-D199-4DA6-90A5-5DD37B91CC37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2632-9207-4E8E-9C85-A857E7B10DAB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74A6-E8D0-49D5-A225-886F882B6A11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6271B-F1A6-40D4-AFA9-410F6BC5FFBE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907B-9E03-4C8B-80A8-8DB32ABA7443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F752-A4AD-4387-9BFE-322906AB8065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2F0BF35-0F67-48A5-B6BE-742A86A92D84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34F-A6F1-4D3D-BB69-73EA677B3B62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2607B-8DED-4222-85B4-F230D767E3B6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7C34E-A140-42E0-94ED-9A45B65CB313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522-A794-43E2-9293-53A2038AE9B9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189F-9FBA-42D6-83F1-D5A5BF3B25E8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F56C9-0F7A-4BEE-B5CE-AAC5472931A9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FAC3C-DC25-42A2-BF9A-74461CEF9291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65E01-A3B2-4FE9-81DA-E3AAB9DADE07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DF25151-14EB-4498-B760-BB48DCA65FF1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873A16-6D71-615F-74E6-AEE9D5083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cap="none" dirty="0" err="1">
                <a:latin typeface="+mn-lt"/>
              </a:rPr>
              <a:t>NooThesi</a:t>
            </a:r>
            <a:br>
              <a:rPr lang="de-CH" dirty="0"/>
            </a:br>
            <a:r>
              <a:rPr lang="de-CH" dirty="0"/>
              <a:t>Flashcard App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C0D6D7-2241-D61B-6638-80F718A0E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By Bretscher Jan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CD363E-EFD1-E755-F394-698B4734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DC851-43CB-487F-B909-D45FDA963203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CA0122-C9AB-499F-7050-05847242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0F1983-FDFA-0457-8073-91A239A4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86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6D545-63D4-38FA-537B-825ABCF69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Thema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Ziele</a:t>
            </a:r>
            <a:endParaRPr lang="de-DE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-apple-system"/>
              </a:rPr>
              <a:t>Pros/Contras - was lief gut, was lief schlecht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Authentifizierung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Datenbank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Demonstration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-apple-system"/>
              </a:rPr>
              <a:t>Fazit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87ADF-82B0-44B0-AD36-34160B6A502C}" type="datetime1">
              <a:rPr lang="de-CH" smtClean="0"/>
              <a:t>27.06.2025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Bretscher Jan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55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de-DE" sz="2800" b="0" i="0">
                <a:effectLst/>
                <a:latin typeface="-apple-system"/>
              </a:rPr>
              <a:t>Flashcard-Desktop app</a:t>
            </a:r>
            <a:endParaRPr lang="de-CH" sz="28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6D545-63D4-38FA-537B-825ABCF6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>
            <a:normAutofit/>
          </a:bodyPr>
          <a:lstStyle/>
          <a:p>
            <a:r>
              <a:rPr lang="de-CH" dirty="0"/>
              <a:t>Nützliche App für Lernende/Schüler</a:t>
            </a:r>
          </a:p>
          <a:p>
            <a:r>
              <a:rPr lang="de-CH" dirty="0"/>
              <a:t>Praxiserfahrung in vielen Bereichen</a:t>
            </a:r>
          </a:p>
          <a:p>
            <a:pPr lvl="1"/>
            <a:r>
              <a:rPr lang="de-CH" dirty="0"/>
              <a:t>Datenbank</a:t>
            </a:r>
          </a:p>
          <a:p>
            <a:pPr lvl="1"/>
            <a:r>
              <a:rPr lang="de-CH" dirty="0"/>
              <a:t>Frontend/Backend</a:t>
            </a:r>
          </a:p>
          <a:p>
            <a:pPr lvl="1"/>
            <a:r>
              <a:rPr lang="de-CH" dirty="0"/>
              <a:t>Netzwerksicherheit</a:t>
            </a:r>
          </a:p>
          <a:p>
            <a:endParaRPr lang="de-CH" sz="18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7543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Bretscher Jan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5883275"/>
            <a:ext cx="1600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87ADF-82B0-44B0-AD36-34160B6A502C}" type="datetime1">
              <a:rPr lang="de-CH" smtClean="0"/>
              <a:pPr>
                <a:spcAft>
                  <a:spcPts val="600"/>
                </a:spcAft>
              </a:pPr>
              <a:t>27.06.2025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950CE09-5B20-F44B-6430-42E4119E7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835" y="1657638"/>
            <a:ext cx="6162672" cy="3142962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131787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de-DE" sz="2800" b="0" i="0" dirty="0">
                <a:effectLst/>
                <a:latin typeface="-apple-system"/>
              </a:rPr>
              <a:t>Ziele</a:t>
            </a:r>
            <a:endParaRPr lang="de-CH" sz="28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6D545-63D4-38FA-537B-825ABCF6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230119"/>
            <a:ext cx="3643674" cy="321627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de-CH" dirty="0"/>
              <a:t>Userverwaltung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Registrierung/Login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Decks freigeben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Follow</a:t>
            </a:r>
          </a:p>
          <a:p>
            <a:pPr>
              <a:lnSpc>
                <a:spcPct val="90000"/>
              </a:lnSpc>
            </a:pPr>
            <a:r>
              <a:rPr lang="de-CH" dirty="0"/>
              <a:t>Import/Export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Import als CSV &amp; JSON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Export als CSV &amp; JSON</a:t>
            </a:r>
          </a:p>
          <a:p>
            <a:pPr>
              <a:lnSpc>
                <a:spcPct val="90000"/>
              </a:lnSpc>
            </a:pPr>
            <a:r>
              <a:rPr lang="de-CH" dirty="0"/>
              <a:t>Lernen der Decks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Karten schreiben</a:t>
            </a:r>
          </a:p>
          <a:p>
            <a:pPr lvl="1">
              <a:lnSpc>
                <a:spcPct val="90000"/>
              </a:lnSpc>
            </a:pPr>
            <a:r>
              <a:rPr lang="de-CH" sz="1900" dirty="0"/>
              <a:t>Eingabe überprüfen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7543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Bretscher Jan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5883275"/>
            <a:ext cx="1600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87ADF-82B0-44B0-AD36-34160B6A502C}" type="datetime1">
              <a:rPr lang="de-CH" smtClean="0"/>
              <a:pPr>
                <a:spcAft>
                  <a:spcPts val="600"/>
                </a:spcAft>
              </a:pPr>
              <a:t>27.06.2025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9D03623-FA87-DB56-7340-0FDF1B44C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822" y="645106"/>
            <a:ext cx="2964976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197104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de-DE" b="0" i="0" dirty="0">
                <a:effectLst/>
                <a:latin typeface="-apple-system"/>
              </a:rPr>
              <a:t>Pros/Contras - was lief gut, was lief schlecht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7543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Bretscher Jan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5883275"/>
            <a:ext cx="1600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87ADF-82B0-44B0-AD36-34160B6A502C}" type="datetime1">
              <a:rPr lang="de-CH" smtClean="0"/>
              <a:pPr>
                <a:spcAft>
                  <a:spcPts val="600"/>
                </a:spcAft>
              </a:pPr>
              <a:t>27.06.2025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80D5653C-6985-854F-151C-E62729C2A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000637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9622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AB316-36FF-DB80-F038-7807FCE7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425B1-0B7D-6E99-F2AC-C0ABB06D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" y="198120"/>
            <a:ext cx="6877774" cy="859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0" i="0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Authentifizierung</a:t>
            </a:r>
            <a:endParaRPr lang="en-US" sz="48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0E7C02-360C-6668-2769-FC08C4C6F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217920"/>
            <a:ext cx="7543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Bretscher Jan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984942E-8C68-E83E-9460-294847D00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75" y="1184474"/>
            <a:ext cx="9604365" cy="424993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35712C-B5A9-4D96-171B-369147EA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6217920"/>
            <a:ext cx="1600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C987ADF-82B0-44B0-AD36-34160B6A502C}" type="datetime1">
              <a:rPr lang="en-US" smtClean="0"/>
              <a:pPr defTabSz="914400">
                <a:spcAft>
                  <a:spcPts val="600"/>
                </a:spcAft>
              </a:pPr>
              <a:t>6/27/2025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1CC801-CC08-163F-2F02-7C205A4C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17920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88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106" y="609600"/>
            <a:ext cx="3369133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0" i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Datenbank</a:t>
            </a:r>
            <a:endParaRPr lang="en-US" sz="480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217920"/>
            <a:ext cx="7543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1" i="0" kern="120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Bretscher Jan</a:t>
            </a:r>
          </a:p>
        </p:txBody>
      </p:sp>
      <p:pic>
        <p:nvPicPr>
          <p:cNvPr id="8" name="Grafik 7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14A85A06-1764-49F3-ACB6-0BF41F9B4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15" y="949850"/>
            <a:ext cx="6915663" cy="496198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6217920"/>
            <a:ext cx="1600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C987ADF-82B0-44B0-AD36-34160B6A502C}" type="datetime1">
              <a:rPr lang="en-US" smtClean="0"/>
              <a:pPr defTabSz="914400">
                <a:spcAft>
                  <a:spcPts val="600"/>
                </a:spcAft>
              </a:pPr>
              <a:t>6/27/2025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17920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86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65199"/>
            <a:ext cx="6075552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b="0" i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Demonstration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6D545-63D4-38FA-537B-825ABCF6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100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NooThesi</a:t>
            </a:r>
            <a:endParaRPr lang="en-US" sz="210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400000" scaled="0"/>
                <a:tileRect/>
              </a:gra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353702"/>
            <a:ext cx="7543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Bretscher Jan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6353702"/>
            <a:ext cx="1600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987ADF-82B0-44B0-AD36-34160B6A502C}" type="datetime1">
              <a:rPr lang="en-US" smtClean="0"/>
              <a:pPr>
                <a:spcAft>
                  <a:spcPts val="600"/>
                </a:spcAft>
              </a:pPr>
              <a:t>6/27/2025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353702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b="1" i="0" kern="1200" dirty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</a:t>
            </a:fld>
            <a:endParaRPr lang="en-US" b="1" i="0" kern="1200" dirty="0">
              <a:solidFill>
                <a:schemeClr val="tx1">
                  <a:lumMod val="75000"/>
                </a:schemeClr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836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96B42-50F9-A59E-04FA-CAF71502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de-DE" b="0" i="0" dirty="0">
                <a:effectLst/>
                <a:latin typeface="-apple-system"/>
              </a:rPr>
              <a:t>Fazit</a:t>
            </a:r>
            <a:endParaRPr lang="de-DE" b="0" i="0">
              <a:effectLst/>
              <a:latin typeface="-apple-system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092BB-4951-F2CB-ABCF-4CE3BAA4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7543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Bretscher Jan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E39B2-120C-D9B6-0A69-5457FE56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7612" y="5883275"/>
            <a:ext cx="1600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87ADF-82B0-44B0-AD36-34160B6A502C}" type="datetime1">
              <a:rPr lang="de-CH" smtClean="0"/>
              <a:pPr>
                <a:spcAft>
                  <a:spcPts val="600"/>
                </a:spcAft>
              </a:pPr>
              <a:t>27.06.2025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C61BE-3167-4178-72EC-C0D47B33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5883275"/>
            <a:ext cx="5511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17DEA645-75ED-5D45-2A12-9AF8343A5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516303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76144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tz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Benutzerdefiniert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FDB464-C41E-48A9-886C-867496F11A9A}">
  <we:reference id="wa200007130" version="1.0.0.1" store="de-DE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523</Words>
  <Application>Microsoft Office PowerPoint</Application>
  <PresentationFormat>Breitbild</PresentationFormat>
  <Paragraphs>123</Paragraphs>
  <Slides>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-apple-system</vt:lpstr>
      <vt:lpstr>Aptos</vt:lpstr>
      <vt:lpstr>Arial</vt:lpstr>
      <vt:lpstr>Calibri Light</vt:lpstr>
      <vt:lpstr>Symbol</vt:lpstr>
      <vt:lpstr>Netz</vt:lpstr>
      <vt:lpstr>NooThesi Flashcard App</vt:lpstr>
      <vt:lpstr>Inhalt</vt:lpstr>
      <vt:lpstr>Flashcard-Desktop app</vt:lpstr>
      <vt:lpstr>Ziele</vt:lpstr>
      <vt:lpstr>Pros/Contras - was lief gut, was lief schlecht</vt:lpstr>
      <vt:lpstr>Authentifizierung</vt:lpstr>
      <vt:lpstr>Datenbank</vt:lpstr>
      <vt:lpstr>Demonstration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Mike Bretscher</dc:creator>
  <cp:lastModifiedBy>Jan Bretscher</cp:lastModifiedBy>
  <cp:revision>20</cp:revision>
  <dcterms:created xsi:type="dcterms:W3CDTF">2025-02-21T09:44:08Z</dcterms:created>
  <dcterms:modified xsi:type="dcterms:W3CDTF">2025-06-27T14:18:43Z</dcterms:modified>
</cp:coreProperties>
</file>