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12"/>
  </p:notesMasterIdLst>
  <p:handoutMasterIdLst>
    <p:handoutMasterId r:id="rId13"/>
  </p:handoutMasterIdLst>
  <p:sldIdLst>
    <p:sldId id="256" r:id="rId2"/>
    <p:sldId id="257" r:id="rId3"/>
    <p:sldId id="258" r:id="rId4"/>
    <p:sldId id="259" r:id="rId5"/>
    <p:sldId id="262" r:id="rId6"/>
    <p:sldId id="265" r:id="rId7"/>
    <p:sldId id="260" r:id="rId8"/>
    <p:sldId id="261" r:id="rId9"/>
    <p:sldId id="263" r:id="rId10"/>
    <p:sldId id="264"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82350" autoAdjust="0"/>
  </p:normalViewPr>
  <p:slideViewPr>
    <p:cSldViewPr snapToGrid="0" showGuides="1">
      <p:cViewPr>
        <p:scale>
          <a:sx n="103" d="100"/>
          <a:sy n="103" d="100"/>
        </p:scale>
        <p:origin x="777" y="63"/>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71" d="100"/>
          <a:sy n="71" d="100"/>
        </p:scale>
        <p:origin x="2966" y="2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handoutMaster" Target="handoutMasters/handout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docs.microsoft.com/" TargetMode="External"/><Relationship Id="rId1" Type="http://schemas.openxmlformats.org/officeDocument/2006/relationships/hyperlink" Target="https://stackoverflow.com/" TargetMode="External"/><Relationship Id="rId5" Type="http://schemas.openxmlformats.org/officeDocument/2006/relationships/hyperlink" Target="https://gemini.google.com/" TargetMode="External"/><Relationship Id="rId4" Type="http://schemas.openxmlformats.org/officeDocument/2006/relationships/hyperlink" Target="https://www.php.net/docs.php" TargetMode="External"/></Relationships>
</file>

<file path=ppt/diagrams/_rels/drawing3.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hyperlink" Target="https://docs.microsoft.com/" TargetMode="External"/><Relationship Id="rId1" Type="http://schemas.openxmlformats.org/officeDocument/2006/relationships/hyperlink" Target="https://stackoverflow.com/" TargetMode="External"/><Relationship Id="rId5" Type="http://schemas.openxmlformats.org/officeDocument/2006/relationships/hyperlink" Target="https://gemini.google.com/" TargetMode="External"/><Relationship Id="rId4" Type="http://schemas.openxmlformats.org/officeDocument/2006/relationships/hyperlink" Target="https://www.php.net/docs.php" TargetMode="External"/></Relationships>
</file>

<file path=ppt/diagrams/colors1.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4D980504-953E-4301-B828-E58D434BCA3F}" type="doc">
      <dgm:prSet loTypeId="urn:microsoft.com/office/officeart/2005/8/layout/hList1" loCatId="list" qsTypeId="urn:microsoft.com/office/officeart/2005/8/quickstyle/simple2" qsCatId="simple" csTypeId="urn:microsoft.com/office/officeart/2005/8/colors/accent0_3" csCatId="mainScheme" phldr="1"/>
      <dgm:spPr/>
      <dgm:t>
        <a:bodyPr/>
        <a:lstStyle/>
        <a:p>
          <a:endParaRPr lang="en-US"/>
        </a:p>
      </dgm:t>
    </dgm:pt>
    <dgm:pt modelId="{D61B23A1-5FF2-4535-98E4-306AC532F893}">
      <dgm:prSet/>
      <dgm:spPr/>
      <dgm:t>
        <a:bodyPr/>
        <a:lstStyle/>
        <a:p>
          <a:r>
            <a:rPr lang="de-CH"/>
            <a:t>Gut</a:t>
          </a:r>
          <a:endParaRPr lang="en-US"/>
        </a:p>
      </dgm:t>
    </dgm:pt>
    <dgm:pt modelId="{B163E261-422E-499F-BC9F-51534FD4176A}" type="parTrans" cxnId="{863440C7-917B-4BF8-8DCB-2EC6AB7160F0}">
      <dgm:prSet/>
      <dgm:spPr/>
      <dgm:t>
        <a:bodyPr/>
        <a:lstStyle/>
        <a:p>
          <a:endParaRPr lang="en-US"/>
        </a:p>
      </dgm:t>
    </dgm:pt>
    <dgm:pt modelId="{B84B52F1-CC25-45E0-B3B5-2B5612186AC5}" type="sibTrans" cxnId="{863440C7-917B-4BF8-8DCB-2EC6AB7160F0}">
      <dgm:prSet/>
      <dgm:spPr/>
      <dgm:t>
        <a:bodyPr/>
        <a:lstStyle/>
        <a:p>
          <a:endParaRPr lang="en-US"/>
        </a:p>
      </dgm:t>
    </dgm:pt>
    <dgm:pt modelId="{31CB82BE-EC88-4E43-90B6-48BD0D537763}">
      <dgm:prSet/>
      <dgm:spPr/>
      <dgm:t>
        <a:bodyPr/>
        <a:lstStyle/>
        <a:p>
          <a:r>
            <a:rPr lang="en-US" dirty="0" err="1"/>
            <a:t>Realistische</a:t>
          </a:r>
          <a:r>
            <a:rPr lang="en-US" dirty="0"/>
            <a:t> </a:t>
          </a:r>
          <a:r>
            <a:rPr lang="en-US" dirty="0" err="1"/>
            <a:t>Planung</a:t>
          </a:r>
          <a:endParaRPr lang="en-US" dirty="0"/>
        </a:p>
      </dgm:t>
    </dgm:pt>
    <dgm:pt modelId="{2A5A0F94-9581-4452-8CF6-9DA940EFADCA}" type="parTrans" cxnId="{60E493FD-E992-4EB6-8226-C65E96CC9F13}">
      <dgm:prSet/>
      <dgm:spPr/>
      <dgm:t>
        <a:bodyPr/>
        <a:lstStyle/>
        <a:p>
          <a:endParaRPr lang="en-US"/>
        </a:p>
      </dgm:t>
    </dgm:pt>
    <dgm:pt modelId="{B41762A1-386F-419B-979C-A3122CD80DC5}" type="sibTrans" cxnId="{60E493FD-E992-4EB6-8226-C65E96CC9F13}">
      <dgm:prSet/>
      <dgm:spPr/>
      <dgm:t>
        <a:bodyPr/>
        <a:lstStyle/>
        <a:p>
          <a:endParaRPr lang="en-US"/>
        </a:p>
      </dgm:t>
    </dgm:pt>
    <dgm:pt modelId="{44D2855E-9DC1-4AC1-9CAE-BDD7E49854E2}">
      <dgm:prSet/>
      <dgm:spPr/>
      <dgm:t>
        <a:bodyPr/>
        <a:lstStyle/>
        <a:p>
          <a:r>
            <a:rPr lang="de-CH"/>
            <a:t>Schlecht</a:t>
          </a:r>
          <a:endParaRPr lang="en-US"/>
        </a:p>
      </dgm:t>
    </dgm:pt>
    <dgm:pt modelId="{6971691E-3C4E-465B-9E53-1C91F4D6AEB7}" type="parTrans" cxnId="{85AA98EB-BC20-4CB8-9DFF-428719CBEE24}">
      <dgm:prSet/>
      <dgm:spPr/>
      <dgm:t>
        <a:bodyPr/>
        <a:lstStyle/>
        <a:p>
          <a:endParaRPr lang="en-US"/>
        </a:p>
      </dgm:t>
    </dgm:pt>
    <dgm:pt modelId="{E9780A60-C6A3-42D9-81F3-54460B77D94D}" type="sibTrans" cxnId="{85AA98EB-BC20-4CB8-9DFF-428719CBEE24}">
      <dgm:prSet/>
      <dgm:spPr/>
      <dgm:t>
        <a:bodyPr/>
        <a:lstStyle/>
        <a:p>
          <a:endParaRPr lang="en-US"/>
        </a:p>
      </dgm:t>
    </dgm:pt>
    <dgm:pt modelId="{376CEF3A-D4BD-487E-97E9-A3BA4AA08BDF}">
      <dgm:prSet/>
      <dgm:spPr/>
      <dgm:t>
        <a:bodyPr/>
        <a:lstStyle/>
        <a:p>
          <a:r>
            <a:rPr lang="en-US" dirty="0"/>
            <a:t>PHP </a:t>
          </a:r>
          <a:r>
            <a:rPr lang="en-US" dirty="0" err="1"/>
            <a:t>nicht</a:t>
          </a:r>
          <a:r>
            <a:rPr lang="en-US" dirty="0"/>
            <a:t> </a:t>
          </a:r>
          <a:r>
            <a:rPr lang="en-US" dirty="0" err="1"/>
            <a:t>sauber</a:t>
          </a:r>
          <a:endParaRPr lang="en-US" dirty="0"/>
        </a:p>
      </dgm:t>
    </dgm:pt>
    <dgm:pt modelId="{BE184584-B119-494D-8CAD-972FE7E73B47}" type="parTrans" cxnId="{650C20F3-F855-46AA-9D7F-777E2A22A941}">
      <dgm:prSet/>
      <dgm:spPr/>
      <dgm:t>
        <a:bodyPr/>
        <a:lstStyle/>
        <a:p>
          <a:endParaRPr lang="en-US"/>
        </a:p>
      </dgm:t>
    </dgm:pt>
    <dgm:pt modelId="{0A3E76AA-7B9A-47C6-AA27-6063E9160ABE}" type="sibTrans" cxnId="{650C20F3-F855-46AA-9D7F-777E2A22A941}">
      <dgm:prSet/>
      <dgm:spPr/>
      <dgm:t>
        <a:bodyPr/>
        <a:lstStyle/>
        <a:p>
          <a:endParaRPr lang="en-US"/>
        </a:p>
      </dgm:t>
    </dgm:pt>
    <dgm:pt modelId="{2C076484-C2DB-4690-91B9-CB820D0A78A4}">
      <dgm:prSet/>
      <dgm:spPr/>
      <dgm:t>
        <a:bodyPr/>
        <a:lstStyle/>
        <a:p>
          <a:r>
            <a:rPr lang="en-US" dirty="0" err="1"/>
            <a:t>Dokumentation</a:t>
          </a:r>
          <a:r>
            <a:rPr lang="en-US" dirty="0"/>
            <a:t> </a:t>
          </a:r>
          <a:r>
            <a:rPr lang="en-US" dirty="0" err="1"/>
            <a:t>aktuell</a:t>
          </a:r>
          <a:endParaRPr lang="en-US" dirty="0"/>
        </a:p>
      </dgm:t>
    </dgm:pt>
    <dgm:pt modelId="{CD1CAAFF-2E29-479D-B778-14E91C3EE7A4}" type="parTrans" cxnId="{0E1B831D-9351-45DC-9CBB-12846415E5EB}">
      <dgm:prSet/>
      <dgm:spPr/>
    </dgm:pt>
    <dgm:pt modelId="{9CC51E14-CAD5-42F4-84D9-67FCC4FBE973}" type="sibTrans" cxnId="{0E1B831D-9351-45DC-9CBB-12846415E5EB}">
      <dgm:prSet/>
      <dgm:spPr/>
    </dgm:pt>
    <dgm:pt modelId="{0ACCD98B-8A77-4606-A2F0-B9FAFEB51E09}">
      <dgm:prSet/>
      <dgm:spPr/>
      <dgm:t>
        <a:bodyPr/>
        <a:lstStyle/>
        <a:p>
          <a:r>
            <a:rPr lang="en-US" dirty="0" err="1"/>
            <a:t>Funktionale</a:t>
          </a:r>
          <a:r>
            <a:rPr lang="en-US" dirty="0"/>
            <a:t> </a:t>
          </a:r>
          <a:r>
            <a:rPr lang="en-US" dirty="0" err="1"/>
            <a:t>Datenbank</a:t>
          </a:r>
          <a:endParaRPr lang="en-US" dirty="0"/>
        </a:p>
      </dgm:t>
    </dgm:pt>
    <dgm:pt modelId="{248EF654-7B08-4C71-845C-64919D59D634}" type="parTrans" cxnId="{05BB184F-4F60-436E-9503-E2C5BFFAF3B3}">
      <dgm:prSet/>
      <dgm:spPr/>
    </dgm:pt>
    <dgm:pt modelId="{BF48865D-4C47-4A91-AE86-78A38F1BB522}" type="sibTrans" cxnId="{05BB184F-4F60-436E-9503-E2C5BFFAF3B3}">
      <dgm:prSet/>
      <dgm:spPr/>
    </dgm:pt>
    <dgm:pt modelId="{57975B7D-C593-4F3B-A3D8-B904FB790BCC}">
      <dgm:prSet/>
      <dgm:spPr/>
      <dgm:t>
        <a:bodyPr/>
        <a:lstStyle/>
        <a:p>
          <a:r>
            <a:rPr lang="en-US" dirty="0" err="1"/>
            <a:t>Authentifizierungssystem</a:t>
          </a:r>
          <a:endParaRPr lang="en-US" dirty="0"/>
        </a:p>
      </dgm:t>
    </dgm:pt>
    <dgm:pt modelId="{76BAD131-B08E-4597-9120-EA77BE4D2D6D}" type="parTrans" cxnId="{28A33F50-DFDA-42E2-9DBB-913440E264D0}">
      <dgm:prSet/>
      <dgm:spPr/>
    </dgm:pt>
    <dgm:pt modelId="{5A8990B0-EAE2-4350-8CAC-9B1EF8FD316C}" type="sibTrans" cxnId="{28A33F50-DFDA-42E2-9DBB-913440E264D0}">
      <dgm:prSet/>
      <dgm:spPr/>
    </dgm:pt>
    <dgm:pt modelId="{DD8C04FA-CCF1-4E78-B478-2DF2D8702AAB}">
      <dgm:prSet/>
      <dgm:spPr/>
      <dgm:t>
        <a:bodyPr/>
        <a:lstStyle/>
        <a:p>
          <a:r>
            <a:rPr lang="en-US" dirty="0"/>
            <a:t>HTTP-Parameter </a:t>
          </a:r>
          <a:r>
            <a:rPr lang="en-US" dirty="0" err="1"/>
            <a:t>mit</a:t>
          </a:r>
          <a:r>
            <a:rPr lang="en-US" dirty="0"/>
            <a:t> </a:t>
          </a:r>
          <a:r>
            <a:rPr lang="en-US" dirty="0" err="1"/>
            <a:t>Sonderzeichen</a:t>
          </a:r>
          <a:endParaRPr lang="en-US" dirty="0"/>
        </a:p>
      </dgm:t>
    </dgm:pt>
    <dgm:pt modelId="{DE006707-E207-4516-A4A9-5500EF66C0E1}" type="parTrans" cxnId="{FD5530B9-81AD-453E-8097-97AD0C26BE7F}">
      <dgm:prSet/>
      <dgm:spPr/>
    </dgm:pt>
    <dgm:pt modelId="{78610550-7C3D-4F17-BA56-DF6FDC61024D}" type="sibTrans" cxnId="{FD5530B9-81AD-453E-8097-97AD0C26BE7F}">
      <dgm:prSet/>
      <dgm:spPr/>
    </dgm:pt>
    <dgm:pt modelId="{BC1B5AC2-B863-4620-AEAD-80785B1C2ECB}">
      <dgm:prSet/>
      <dgm:spPr/>
      <dgm:t>
        <a:bodyPr/>
        <a:lstStyle/>
        <a:p>
          <a:r>
            <a:rPr lang="en-US" dirty="0"/>
            <a:t>Datenbankverbindung</a:t>
          </a:r>
        </a:p>
      </dgm:t>
    </dgm:pt>
    <dgm:pt modelId="{04E7BCC4-E104-4CDA-A27C-7B2CEF13FA1C}" type="parTrans" cxnId="{1CC5967C-65D0-4E25-8E3A-266E0367AEA2}">
      <dgm:prSet/>
      <dgm:spPr/>
    </dgm:pt>
    <dgm:pt modelId="{A24707AF-F8E4-464E-A005-10CFC7A8DDEF}" type="sibTrans" cxnId="{1CC5967C-65D0-4E25-8E3A-266E0367AEA2}">
      <dgm:prSet/>
      <dgm:spPr/>
    </dgm:pt>
    <dgm:pt modelId="{577CD706-25C0-4FCA-BCF8-E9294E32BF7B}" type="pres">
      <dgm:prSet presAssocID="{4D980504-953E-4301-B828-E58D434BCA3F}" presName="Name0" presStyleCnt="0">
        <dgm:presLayoutVars>
          <dgm:dir/>
          <dgm:animLvl val="lvl"/>
          <dgm:resizeHandles val="exact"/>
        </dgm:presLayoutVars>
      </dgm:prSet>
      <dgm:spPr/>
    </dgm:pt>
    <dgm:pt modelId="{3FA3E944-D19F-4044-99AC-1326BA569857}" type="pres">
      <dgm:prSet presAssocID="{D61B23A1-5FF2-4535-98E4-306AC532F893}" presName="composite" presStyleCnt="0"/>
      <dgm:spPr/>
    </dgm:pt>
    <dgm:pt modelId="{1A67E919-6498-49D5-BA83-F7C821418D96}" type="pres">
      <dgm:prSet presAssocID="{D61B23A1-5FF2-4535-98E4-306AC532F893}" presName="parTx" presStyleLbl="alignNode1" presStyleIdx="0" presStyleCnt="2">
        <dgm:presLayoutVars>
          <dgm:chMax val="0"/>
          <dgm:chPref val="0"/>
          <dgm:bulletEnabled val="1"/>
        </dgm:presLayoutVars>
      </dgm:prSet>
      <dgm:spPr/>
    </dgm:pt>
    <dgm:pt modelId="{79FE66B3-1A86-490F-99E6-31FEB651703B}" type="pres">
      <dgm:prSet presAssocID="{D61B23A1-5FF2-4535-98E4-306AC532F893}" presName="desTx" presStyleLbl="alignAccFollowNode1" presStyleIdx="0" presStyleCnt="2">
        <dgm:presLayoutVars>
          <dgm:bulletEnabled val="1"/>
        </dgm:presLayoutVars>
      </dgm:prSet>
      <dgm:spPr/>
    </dgm:pt>
    <dgm:pt modelId="{696E08A6-BA0E-496C-B1B6-F3A908AC72A8}" type="pres">
      <dgm:prSet presAssocID="{B84B52F1-CC25-45E0-B3B5-2B5612186AC5}" presName="space" presStyleCnt="0"/>
      <dgm:spPr/>
    </dgm:pt>
    <dgm:pt modelId="{1B1C54C1-6951-489E-9F2C-D39FC0F0B037}" type="pres">
      <dgm:prSet presAssocID="{44D2855E-9DC1-4AC1-9CAE-BDD7E49854E2}" presName="composite" presStyleCnt="0"/>
      <dgm:spPr/>
    </dgm:pt>
    <dgm:pt modelId="{363841F4-4FA8-4642-9454-5CA6D8751E26}" type="pres">
      <dgm:prSet presAssocID="{44D2855E-9DC1-4AC1-9CAE-BDD7E49854E2}" presName="parTx" presStyleLbl="alignNode1" presStyleIdx="1" presStyleCnt="2">
        <dgm:presLayoutVars>
          <dgm:chMax val="0"/>
          <dgm:chPref val="0"/>
          <dgm:bulletEnabled val="1"/>
        </dgm:presLayoutVars>
      </dgm:prSet>
      <dgm:spPr/>
    </dgm:pt>
    <dgm:pt modelId="{DB554E7A-9EAD-49E6-B3E8-CA52D927B00C}" type="pres">
      <dgm:prSet presAssocID="{44D2855E-9DC1-4AC1-9CAE-BDD7E49854E2}" presName="desTx" presStyleLbl="alignAccFollowNode1" presStyleIdx="1" presStyleCnt="2">
        <dgm:presLayoutVars>
          <dgm:bulletEnabled val="1"/>
        </dgm:presLayoutVars>
      </dgm:prSet>
      <dgm:spPr/>
    </dgm:pt>
  </dgm:ptLst>
  <dgm:cxnLst>
    <dgm:cxn modelId="{0E1B831D-9351-45DC-9CBB-12846415E5EB}" srcId="{D61B23A1-5FF2-4535-98E4-306AC532F893}" destId="{2C076484-C2DB-4690-91B9-CB820D0A78A4}" srcOrd="1" destOrd="0" parTransId="{CD1CAAFF-2E29-479D-B778-14E91C3EE7A4}" sibTransId="{9CC51E14-CAD5-42F4-84D9-67FCC4FBE973}"/>
    <dgm:cxn modelId="{F8887A2B-48FC-44E9-BAEF-EFED088D266B}" type="presOf" srcId="{4D980504-953E-4301-B828-E58D434BCA3F}" destId="{577CD706-25C0-4FCA-BCF8-E9294E32BF7B}" srcOrd="0" destOrd="0" presId="urn:microsoft.com/office/officeart/2005/8/layout/hList1"/>
    <dgm:cxn modelId="{7A42C940-B2C6-4616-97C5-F64DB11C5B4F}" type="presOf" srcId="{31CB82BE-EC88-4E43-90B6-48BD0D537763}" destId="{79FE66B3-1A86-490F-99E6-31FEB651703B}" srcOrd="0" destOrd="0" presId="urn:microsoft.com/office/officeart/2005/8/layout/hList1"/>
    <dgm:cxn modelId="{4CD89D6A-2003-430E-830B-2F252AE19084}" type="presOf" srcId="{DD8C04FA-CCF1-4E78-B478-2DF2D8702AAB}" destId="{DB554E7A-9EAD-49E6-B3E8-CA52D927B00C}" srcOrd="0" destOrd="1" presId="urn:microsoft.com/office/officeart/2005/8/layout/hList1"/>
    <dgm:cxn modelId="{05BB184F-4F60-436E-9503-E2C5BFFAF3B3}" srcId="{D61B23A1-5FF2-4535-98E4-306AC532F893}" destId="{0ACCD98B-8A77-4606-A2F0-B9FAFEB51E09}" srcOrd="2" destOrd="0" parTransId="{248EF654-7B08-4C71-845C-64919D59D634}" sibTransId="{BF48865D-4C47-4A91-AE86-78A38F1BB522}"/>
    <dgm:cxn modelId="{28A33F50-DFDA-42E2-9DBB-913440E264D0}" srcId="{D61B23A1-5FF2-4535-98E4-306AC532F893}" destId="{57975B7D-C593-4F3B-A3D8-B904FB790BCC}" srcOrd="3" destOrd="0" parTransId="{76BAD131-B08E-4597-9120-EA77BE4D2D6D}" sibTransId="{5A8990B0-EAE2-4350-8CAC-9B1EF8FD316C}"/>
    <dgm:cxn modelId="{1CB2FC51-8D17-4CAF-9D12-3002D3859BCD}" type="presOf" srcId="{D61B23A1-5FF2-4535-98E4-306AC532F893}" destId="{1A67E919-6498-49D5-BA83-F7C821418D96}" srcOrd="0" destOrd="0" presId="urn:microsoft.com/office/officeart/2005/8/layout/hList1"/>
    <dgm:cxn modelId="{DC51C357-00A1-4DBD-9DA9-03A501F58BE8}" type="presOf" srcId="{376CEF3A-D4BD-487E-97E9-A3BA4AA08BDF}" destId="{DB554E7A-9EAD-49E6-B3E8-CA52D927B00C}" srcOrd="0" destOrd="0" presId="urn:microsoft.com/office/officeart/2005/8/layout/hList1"/>
    <dgm:cxn modelId="{66B34358-4A48-4914-977B-C48E8129E869}" type="presOf" srcId="{57975B7D-C593-4F3B-A3D8-B904FB790BCC}" destId="{79FE66B3-1A86-490F-99E6-31FEB651703B}" srcOrd="0" destOrd="3" presId="urn:microsoft.com/office/officeart/2005/8/layout/hList1"/>
    <dgm:cxn modelId="{1CC5967C-65D0-4E25-8E3A-266E0367AEA2}" srcId="{44D2855E-9DC1-4AC1-9CAE-BDD7E49854E2}" destId="{BC1B5AC2-B863-4620-AEAD-80785B1C2ECB}" srcOrd="2" destOrd="0" parTransId="{04E7BCC4-E104-4CDA-A27C-7B2CEF13FA1C}" sibTransId="{A24707AF-F8E4-464E-A005-10CFC7A8DDEF}"/>
    <dgm:cxn modelId="{52C96BA0-1905-40B8-BF10-CB3FB6B1EC06}" type="presOf" srcId="{44D2855E-9DC1-4AC1-9CAE-BDD7E49854E2}" destId="{363841F4-4FA8-4642-9454-5CA6D8751E26}" srcOrd="0" destOrd="0" presId="urn:microsoft.com/office/officeart/2005/8/layout/hList1"/>
    <dgm:cxn modelId="{C4A2AFA0-4EEA-4394-8B88-5FEED6794CA9}" type="presOf" srcId="{BC1B5AC2-B863-4620-AEAD-80785B1C2ECB}" destId="{DB554E7A-9EAD-49E6-B3E8-CA52D927B00C}" srcOrd="0" destOrd="2" presId="urn:microsoft.com/office/officeart/2005/8/layout/hList1"/>
    <dgm:cxn modelId="{FD5530B9-81AD-453E-8097-97AD0C26BE7F}" srcId="{44D2855E-9DC1-4AC1-9CAE-BDD7E49854E2}" destId="{DD8C04FA-CCF1-4E78-B478-2DF2D8702AAB}" srcOrd="1" destOrd="0" parTransId="{DE006707-E207-4516-A4A9-5500EF66C0E1}" sibTransId="{78610550-7C3D-4F17-BA56-DF6FDC61024D}"/>
    <dgm:cxn modelId="{B70148C5-075C-4EE3-97DB-B70784C2C949}" type="presOf" srcId="{2C076484-C2DB-4690-91B9-CB820D0A78A4}" destId="{79FE66B3-1A86-490F-99E6-31FEB651703B}" srcOrd="0" destOrd="1" presId="urn:microsoft.com/office/officeart/2005/8/layout/hList1"/>
    <dgm:cxn modelId="{863440C7-917B-4BF8-8DCB-2EC6AB7160F0}" srcId="{4D980504-953E-4301-B828-E58D434BCA3F}" destId="{D61B23A1-5FF2-4535-98E4-306AC532F893}" srcOrd="0" destOrd="0" parTransId="{B163E261-422E-499F-BC9F-51534FD4176A}" sibTransId="{B84B52F1-CC25-45E0-B3B5-2B5612186AC5}"/>
    <dgm:cxn modelId="{85AA98EB-BC20-4CB8-9DFF-428719CBEE24}" srcId="{4D980504-953E-4301-B828-E58D434BCA3F}" destId="{44D2855E-9DC1-4AC1-9CAE-BDD7E49854E2}" srcOrd="1" destOrd="0" parTransId="{6971691E-3C4E-465B-9E53-1C91F4D6AEB7}" sibTransId="{E9780A60-C6A3-42D9-81F3-54460B77D94D}"/>
    <dgm:cxn modelId="{650C20F3-F855-46AA-9D7F-777E2A22A941}" srcId="{44D2855E-9DC1-4AC1-9CAE-BDD7E49854E2}" destId="{376CEF3A-D4BD-487E-97E9-A3BA4AA08BDF}" srcOrd="0" destOrd="0" parTransId="{BE184584-B119-494D-8CAD-972FE7E73B47}" sibTransId="{0A3E76AA-7B9A-47C6-AA27-6063E9160ABE}"/>
    <dgm:cxn modelId="{60E493FD-E992-4EB6-8226-C65E96CC9F13}" srcId="{D61B23A1-5FF2-4535-98E4-306AC532F893}" destId="{31CB82BE-EC88-4E43-90B6-48BD0D537763}" srcOrd="0" destOrd="0" parTransId="{2A5A0F94-9581-4452-8CF6-9DA940EFADCA}" sibTransId="{B41762A1-386F-419B-979C-A3122CD80DC5}"/>
    <dgm:cxn modelId="{FF4E6FFF-5974-4C30-BDAF-2947D9588D90}" type="presOf" srcId="{0ACCD98B-8A77-4606-A2F0-B9FAFEB51E09}" destId="{79FE66B3-1A86-490F-99E6-31FEB651703B}" srcOrd="0" destOrd="2" presId="urn:microsoft.com/office/officeart/2005/8/layout/hList1"/>
    <dgm:cxn modelId="{0C93CAC1-D9BA-435C-A297-F94B3F83494F}" type="presParOf" srcId="{577CD706-25C0-4FCA-BCF8-E9294E32BF7B}" destId="{3FA3E944-D19F-4044-99AC-1326BA569857}" srcOrd="0" destOrd="0" presId="urn:microsoft.com/office/officeart/2005/8/layout/hList1"/>
    <dgm:cxn modelId="{AABEEC94-302A-42F2-819F-D83D1BF10152}" type="presParOf" srcId="{3FA3E944-D19F-4044-99AC-1326BA569857}" destId="{1A67E919-6498-49D5-BA83-F7C821418D96}" srcOrd="0" destOrd="0" presId="urn:microsoft.com/office/officeart/2005/8/layout/hList1"/>
    <dgm:cxn modelId="{427A92AA-F059-49D3-B305-CAC56A3817D5}" type="presParOf" srcId="{3FA3E944-D19F-4044-99AC-1326BA569857}" destId="{79FE66B3-1A86-490F-99E6-31FEB651703B}" srcOrd="1" destOrd="0" presId="urn:microsoft.com/office/officeart/2005/8/layout/hList1"/>
    <dgm:cxn modelId="{44C9AE0B-8641-4F83-8032-2B130CA54E3B}" type="presParOf" srcId="{577CD706-25C0-4FCA-BCF8-E9294E32BF7B}" destId="{696E08A6-BA0E-496C-B1B6-F3A908AC72A8}" srcOrd="1" destOrd="0" presId="urn:microsoft.com/office/officeart/2005/8/layout/hList1"/>
    <dgm:cxn modelId="{812D2B22-F812-4A0B-AD4F-0DE17E1C583B}" type="presParOf" srcId="{577CD706-25C0-4FCA-BCF8-E9294E32BF7B}" destId="{1B1C54C1-6951-489E-9F2C-D39FC0F0B037}" srcOrd="2" destOrd="0" presId="urn:microsoft.com/office/officeart/2005/8/layout/hList1"/>
    <dgm:cxn modelId="{0169A026-1BD5-4991-890E-9FC3E3B626AB}" type="presParOf" srcId="{1B1C54C1-6951-489E-9F2C-D39FC0F0B037}" destId="{363841F4-4FA8-4642-9454-5CA6D8751E26}" srcOrd="0" destOrd="0" presId="urn:microsoft.com/office/officeart/2005/8/layout/hList1"/>
    <dgm:cxn modelId="{C1DCE701-53FC-41E2-B16F-A4E9A158D417}" type="presParOf" srcId="{1B1C54C1-6951-489E-9F2C-D39FC0F0B037}" destId="{DB554E7A-9EAD-49E6-B3E8-CA52D927B00C}" srcOrd="1" destOrd="0" presId="urn:microsoft.com/office/officeart/2005/8/layout/h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DC75ACA-741F-4D83-9D6F-1701551B8BAE}" type="doc">
      <dgm:prSet loTypeId="urn:microsoft.com/office/officeart/2005/8/layout/hierarchy1" loCatId="hierarchy" qsTypeId="urn:microsoft.com/office/officeart/2005/8/quickstyle/simple2" qsCatId="simple" csTypeId="urn:microsoft.com/office/officeart/2005/8/colors/accent1_2" csCatId="accent1" phldr="1"/>
      <dgm:spPr/>
      <dgm:t>
        <a:bodyPr/>
        <a:lstStyle/>
        <a:p>
          <a:endParaRPr lang="en-US"/>
        </a:p>
      </dgm:t>
    </dgm:pt>
    <dgm:pt modelId="{2FA748B7-0013-47C5-A01A-5328D6E80F2F}">
      <dgm:prSet/>
      <dgm:spPr/>
      <dgm:t>
        <a:bodyPr/>
        <a:lstStyle/>
        <a:p>
          <a:r>
            <a:rPr lang="de-CH" dirty="0"/>
            <a:t>Erfahrungssammlung</a:t>
          </a:r>
          <a:endParaRPr lang="en-US" dirty="0"/>
        </a:p>
      </dgm:t>
    </dgm:pt>
    <dgm:pt modelId="{129DE145-0568-49D3-9378-CB9CD0237BE0}" type="parTrans" cxnId="{84AB1E64-95E5-412F-889B-85A617440494}">
      <dgm:prSet/>
      <dgm:spPr/>
      <dgm:t>
        <a:bodyPr/>
        <a:lstStyle/>
        <a:p>
          <a:endParaRPr lang="en-US"/>
        </a:p>
      </dgm:t>
    </dgm:pt>
    <dgm:pt modelId="{05C5EF15-540A-4504-AB51-9CEB61FBC992}" type="sibTrans" cxnId="{84AB1E64-95E5-412F-889B-85A617440494}">
      <dgm:prSet/>
      <dgm:spPr/>
      <dgm:t>
        <a:bodyPr/>
        <a:lstStyle/>
        <a:p>
          <a:endParaRPr lang="en-US"/>
        </a:p>
      </dgm:t>
    </dgm:pt>
    <dgm:pt modelId="{565AFD7F-A934-44E7-831A-6072BD049A99}">
      <dgm:prSet/>
      <dgm:spPr/>
      <dgm:t>
        <a:bodyPr/>
        <a:lstStyle/>
        <a:p>
          <a:r>
            <a:rPr lang="de-CH" dirty="0"/>
            <a:t>Dokumentation immer aktuell</a:t>
          </a:r>
          <a:endParaRPr lang="en-US" dirty="0"/>
        </a:p>
      </dgm:t>
    </dgm:pt>
    <dgm:pt modelId="{26CA4F1A-618A-4B03-92EF-1C8D4DCCE99A}" type="parTrans" cxnId="{9F65D942-A9A8-42D3-B965-BFC3CECB804F}">
      <dgm:prSet/>
      <dgm:spPr/>
      <dgm:t>
        <a:bodyPr/>
        <a:lstStyle/>
        <a:p>
          <a:endParaRPr lang="en-US"/>
        </a:p>
      </dgm:t>
    </dgm:pt>
    <dgm:pt modelId="{D8330913-026C-48E5-8A47-C1DC4AA8F426}" type="sibTrans" cxnId="{9F65D942-A9A8-42D3-B965-BFC3CECB804F}">
      <dgm:prSet/>
      <dgm:spPr/>
      <dgm:t>
        <a:bodyPr/>
        <a:lstStyle/>
        <a:p>
          <a:endParaRPr lang="en-US"/>
        </a:p>
      </dgm:t>
    </dgm:pt>
    <dgm:pt modelId="{CC188720-C4A3-4B65-A487-51277E13D14D}">
      <dgm:prSet/>
      <dgm:spPr/>
      <dgm:t>
        <a:bodyPr/>
        <a:lstStyle/>
        <a:p>
          <a:r>
            <a:rPr lang="de-CH" dirty="0"/>
            <a:t>Inkonsistente Verwendung von http-</a:t>
          </a:r>
          <a:r>
            <a:rPr lang="de-CH" dirty="0" err="1"/>
            <a:t>Requests</a:t>
          </a:r>
          <a:endParaRPr lang="en-US" dirty="0"/>
        </a:p>
      </dgm:t>
    </dgm:pt>
    <dgm:pt modelId="{BF45FC67-ECAC-4DCD-BD81-96AB06D253CA}" type="parTrans" cxnId="{EF944E83-9D6B-42EC-95A8-434FCF84C531}">
      <dgm:prSet/>
      <dgm:spPr/>
      <dgm:t>
        <a:bodyPr/>
        <a:lstStyle/>
        <a:p>
          <a:endParaRPr lang="en-US"/>
        </a:p>
      </dgm:t>
    </dgm:pt>
    <dgm:pt modelId="{F7AF704E-7AD9-43DC-8551-CDB186E1B50B}" type="sibTrans" cxnId="{EF944E83-9D6B-42EC-95A8-434FCF84C531}">
      <dgm:prSet/>
      <dgm:spPr/>
      <dgm:t>
        <a:bodyPr/>
        <a:lstStyle/>
        <a:p>
          <a:endParaRPr lang="en-US"/>
        </a:p>
      </dgm:t>
    </dgm:pt>
    <dgm:pt modelId="{6778C094-5D93-4228-8FDD-62A9CB8F907F}" type="pres">
      <dgm:prSet presAssocID="{EDC75ACA-741F-4D83-9D6F-1701551B8BAE}" presName="hierChild1" presStyleCnt="0">
        <dgm:presLayoutVars>
          <dgm:chPref val="1"/>
          <dgm:dir/>
          <dgm:animOne val="branch"/>
          <dgm:animLvl val="lvl"/>
          <dgm:resizeHandles/>
        </dgm:presLayoutVars>
      </dgm:prSet>
      <dgm:spPr/>
    </dgm:pt>
    <dgm:pt modelId="{599AEE83-C3C7-4E19-AD6B-639C84470429}" type="pres">
      <dgm:prSet presAssocID="{2FA748B7-0013-47C5-A01A-5328D6E80F2F}" presName="hierRoot1" presStyleCnt="0"/>
      <dgm:spPr/>
    </dgm:pt>
    <dgm:pt modelId="{A7D31EDA-D83D-4B42-8E4E-887340D1411A}" type="pres">
      <dgm:prSet presAssocID="{2FA748B7-0013-47C5-A01A-5328D6E80F2F}" presName="composite" presStyleCnt="0"/>
      <dgm:spPr/>
    </dgm:pt>
    <dgm:pt modelId="{9EDF5FC4-9D9A-46F7-A460-268BC32F66CF}" type="pres">
      <dgm:prSet presAssocID="{2FA748B7-0013-47C5-A01A-5328D6E80F2F}" presName="background" presStyleLbl="node0" presStyleIdx="0" presStyleCnt="3"/>
      <dgm:spPr/>
    </dgm:pt>
    <dgm:pt modelId="{0275038E-6E04-40B1-83CC-024D6CD1A605}" type="pres">
      <dgm:prSet presAssocID="{2FA748B7-0013-47C5-A01A-5328D6E80F2F}" presName="text" presStyleLbl="fgAcc0" presStyleIdx="0" presStyleCnt="3">
        <dgm:presLayoutVars>
          <dgm:chPref val="3"/>
        </dgm:presLayoutVars>
      </dgm:prSet>
      <dgm:spPr/>
    </dgm:pt>
    <dgm:pt modelId="{DD34574B-9AB6-4763-A76C-A5BC0BB6B3AD}" type="pres">
      <dgm:prSet presAssocID="{2FA748B7-0013-47C5-A01A-5328D6E80F2F}" presName="hierChild2" presStyleCnt="0"/>
      <dgm:spPr/>
    </dgm:pt>
    <dgm:pt modelId="{00C106F0-B5AB-471A-A321-E32A5F3326DB}" type="pres">
      <dgm:prSet presAssocID="{565AFD7F-A934-44E7-831A-6072BD049A99}" presName="hierRoot1" presStyleCnt="0"/>
      <dgm:spPr/>
    </dgm:pt>
    <dgm:pt modelId="{78018937-4572-4D84-BB8A-9388811CC015}" type="pres">
      <dgm:prSet presAssocID="{565AFD7F-A934-44E7-831A-6072BD049A99}" presName="composite" presStyleCnt="0"/>
      <dgm:spPr/>
    </dgm:pt>
    <dgm:pt modelId="{8698B54B-E290-46DE-9E5C-B1059C732924}" type="pres">
      <dgm:prSet presAssocID="{565AFD7F-A934-44E7-831A-6072BD049A99}" presName="background" presStyleLbl="node0" presStyleIdx="1" presStyleCnt="3"/>
      <dgm:spPr/>
    </dgm:pt>
    <dgm:pt modelId="{F78727AB-E146-4B72-878D-E160123DFA70}" type="pres">
      <dgm:prSet presAssocID="{565AFD7F-A934-44E7-831A-6072BD049A99}" presName="text" presStyleLbl="fgAcc0" presStyleIdx="1" presStyleCnt="3">
        <dgm:presLayoutVars>
          <dgm:chPref val="3"/>
        </dgm:presLayoutVars>
      </dgm:prSet>
      <dgm:spPr/>
    </dgm:pt>
    <dgm:pt modelId="{2930B60A-2719-43EA-A018-CEA2C2811E3C}" type="pres">
      <dgm:prSet presAssocID="{565AFD7F-A934-44E7-831A-6072BD049A99}" presName="hierChild2" presStyleCnt="0"/>
      <dgm:spPr/>
    </dgm:pt>
    <dgm:pt modelId="{C0DF45FF-C5D7-4330-A624-D9CD84F0393D}" type="pres">
      <dgm:prSet presAssocID="{CC188720-C4A3-4B65-A487-51277E13D14D}" presName="hierRoot1" presStyleCnt="0"/>
      <dgm:spPr/>
    </dgm:pt>
    <dgm:pt modelId="{4053D37C-AEA4-42EC-B6FF-C273849E938B}" type="pres">
      <dgm:prSet presAssocID="{CC188720-C4A3-4B65-A487-51277E13D14D}" presName="composite" presStyleCnt="0"/>
      <dgm:spPr/>
    </dgm:pt>
    <dgm:pt modelId="{0BF1C3CC-5364-4BB4-A1E0-7909791888B0}" type="pres">
      <dgm:prSet presAssocID="{CC188720-C4A3-4B65-A487-51277E13D14D}" presName="background" presStyleLbl="node0" presStyleIdx="2" presStyleCnt="3"/>
      <dgm:spPr/>
    </dgm:pt>
    <dgm:pt modelId="{66135296-7DE3-46A4-9809-CC191EA91699}" type="pres">
      <dgm:prSet presAssocID="{CC188720-C4A3-4B65-A487-51277E13D14D}" presName="text" presStyleLbl="fgAcc0" presStyleIdx="2" presStyleCnt="3">
        <dgm:presLayoutVars>
          <dgm:chPref val="3"/>
        </dgm:presLayoutVars>
      </dgm:prSet>
      <dgm:spPr/>
    </dgm:pt>
    <dgm:pt modelId="{F5CF3228-B22B-4091-93EE-31AC16E4A635}" type="pres">
      <dgm:prSet presAssocID="{CC188720-C4A3-4B65-A487-51277E13D14D}" presName="hierChild2" presStyleCnt="0"/>
      <dgm:spPr/>
    </dgm:pt>
  </dgm:ptLst>
  <dgm:cxnLst>
    <dgm:cxn modelId="{F2E59F1C-A9C0-485E-A9EB-9ABBE7B0DFB6}" type="presOf" srcId="{CC188720-C4A3-4B65-A487-51277E13D14D}" destId="{66135296-7DE3-46A4-9809-CC191EA91699}" srcOrd="0" destOrd="0" presId="urn:microsoft.com/office/officeart/2005/8/layout/hierarchy1"/>
    <dgm:cxn modelId="{9F65D942-A9A8-42D3-B965-BFC3CECB804F}" srcId="{EDC75ACA-741F-4D83-9D6F-1701551B8BAE}" destId="{565AFD7F-A934-44E7-831A-6072BD049A99}" srcOrd="1" destOrd="0" parTransId="{26CA4F1A-618A-4B03-92EF-1C8D4DCCE99A}" sibTransId="{D8330913-026C-48E5-8A47-C1DC4AA8F426}"/>
    <dgm:cxn modelId="{84AB1E64-95E5-412F-889B-85A617440494}" srcId="{EDC75ACA-741F-4D83-9D6F-1701551B8BAE}" destId="{2FA748B7-0013-47C5-A01A-5328D6E80F2F}" srcOrd="0" destOrd="0" parTransId="{129DE145-0568-49D3-9378-CB9CD0237BE0}" sibTransId="{05C5EF15-540A-4504-AB51-9CEB61FBC992}"/>
    <dgm:cxn modelId="{EF944E83-9D6B-42EC-95A8-434FCF84C531}" srcId="{EDC75ACA-741F-4D83-9D6F-1701551B8BAE}" destId="{CC188720-C4A3-4B65-A487-51277E13D14D}" srcOrd="2" destOrd="0" parTransId="{BF45FC67-ECAC-4DCD-BD81-96AB06D253CA}" sibTransId="{F7AF704E-7AD9-43DC-8551-CDB186E1B50B}"/>
    <dgm:cxn modelId="{2BE1699A-C117-4BB8-928B-ADB92908A496}" type="presOf" srcId="{EDC75ACA-741F-4D83-9D6F-1701551B8BAE}" destId="{6778C094-5D93-4228-8FDD-62A9CB8F907F}" srcOrd="0" destOrd="0" presId="urn:microsoft.com/office/officeart/2005/8/layout/hierarchy1"/>
    <dgm:cxn modelId="{DD7105E1-8641-4575-80FA-A9D382EFEB63}" type="presOf" srcId="{565AFD7F-A934-44E7-831A-6072BD049A99}" destId="{F78727AB-E146-4B72-878D-E160123DFA70}" srcOrd="0" destOrd="0" presId="urn:microsoft.com/office/officeart/2005/8/layout/hierarchy1"/>
    <dgm:cxn modelId="{B9B4F4E4-3A94-4013-9046-4EE75922C9A5}" type="presOf" srcId="{2FA748B7-0013-47C5-A01A-5328D6E80F2F}" destId="{0275038E-6E04-40B1-83CC-024D6CD1A605}" srcOrd="0" destOrd="0" presId="urn:microsoft.com/office/officeart/2005/8/layout/hierarchy1"/>
    <dgm:cxn modelId="{58D781B3-B154-40E3-966B-85BE1AB9C22E}" type="presParOf" srcId="{6778C094-5D93-4228-8FDD-62A9CB8F907F}" destId="{599AEE83-C3C7-4E19-AD6B-639C84470429}" srcOrd="0" destOrd="0" presId="urn:microsoft.com/office/officeart/2005/8/layout/hierarchy1"/>
    <dgm:cxn modelId="{478DB557-1599-4A8D-9447-C8EB73BA979D}" type="presParOf" srcId="{599AEE83-C3C7-4E19-AD6B-639C84470429}" destId="{A7D31EDA-D83D-4B42-8E4E-887340D1411A}" srcOrd="0" destOrd="0" presId="urn:microsoft.com/office/officeart/2005/8/layout/hierarchy1"/>
    <dgm:cxn modelId="{C95245F8-EFDE-453A-B26A-DE99A843A627}" type="presParOf" srcId="{A7D31EDA-D83D-4B42-8E4E-887340D1411A}" destId="{9EDF5FC4-9D9A-46F7-A460-268BC32F66CF}" srcOrd="0" destOrd="0" presId="urn:microsoft.com/office/officeart/2005/8/layout/hierarchy1"/>
    <dgm:cxn modelId="{E631C186-013F-46F1-8D1B-EB59F15D80C3}" type="presParOf" srcId="{A7D31EDA-D83D-4B42-8E4E-887340D1411A}" destId="{0275038E-6E04-40B1-83CC-024D6CD1A605}" srcOrd="1" destOrd="0" presId="urn:microsoft.com/office/officeart/2005/8/layout/hierarchy1"/>
    <dgm:cxn modelId="{4311827D-609B-4BEB-B3DE-3D5DDC08DBCC}" type="presParOf" srcId="{599AEE83-C3C7-4E19-AD6B-639C84470429}" destId="{DD34574B-9AB6-4763-A76C-A5BC0BB6B3AD}" srcOrd="1" destOrd="0" presId="urn:microsoft.com/office/officeart/2005/8/layout/hierarchy1"/>
    <dgm:cxn modelId="{A1E0A760-6D8D-4786-A3E3-C62A169291D2}" type="presParOf" srcId="{6778C094-5D93-4228-8FDD-62A9CB8F907F}" destId="{00C106F0-B5AB-471A-A321-E32A5F3326DB}" srcOrd="1" destOrd="0" presId="urn:microsoft.com/office/officeart/2005/8/layout/hierarchy1"/>
    <dgm:cxn modelId="{094C3015-F8A5-4A5D-B907-A6F0DB688B0C}" type="presParOf" srcId="{00C106F0-B5AB-471A-A321-E32A5F3326DB}" destId="{78018937-4572-4D84-BB8A-9388811CC015}" srcOrd="0" destOrd="0" presId="urn:microsoft.com/office/officeart/2005/8/layout/hierarchy1"/>
    <dgm:cxn modelId="{31B9FB25-2965-4B05-AA21-08497A10350F}" type="presParOf" srcId="{78018937-4572-4D84-BB8A-9388811CC015}" destId="{8698B54B-E290-46DE-9E5C-B1059C732924}" srcOrd="0" destOrd="0" presId="urn:microsoft.com/office/officeart/2005/8/layout/hierarchy1"/>
    <dgm:cxn modelId="{66806157-0149-4F20-9850-9430F843E8D3}" type="presParOf" srcId="{78018937-4572-4D84-BB8A-9388811CC015}" destId="{F78727AB-E146-4B72-878D-E160123DFA70}" srcOrd="1" destOrd="0" presId="urn:microsoft.com/office/officeart/2005/8/layout/hierarchy1"/>
    <dgm:cxn modelId="{9EAF85B2-1011-4550-B277-C440EF80664A}" type="presParOf" srcId="{00C106F0-B5AB-471A-A321-E32A5F3326DB}" destId="{2930B60A-2719-43EA-A018-CEA2C2811E3C}" srcOrd="1" destOrd="0" presId="urn:microsoft.com/office/officeart/2005/8/layout/hierarchy1"/>
    <dgm:cxn modelId="{E543FF45-D0EE-4C00-B535-76C551C9C506}" type="presParOf" srcId="{6778C094-5D93-4228-8FDD-62A9CB8F907F}" destId="{C0DF45FF-C5D7-4330-A624-D9CD84F0393D}" srcOrd="2" destOrd="0" presId="urn:microsoft.com/office/officeart/2005/8/layout/hierarchy1"/>
    <dgm:cxn modelId="{34809812-A23D-448E-86DF-A58EA5BD4B33}" type="presParOf" srcId="{C0DF45FF-C5D7-4330-A624-D9CD84F0393D}" destId="{4053D37C-AEA4-42EC-B6FF-C273849E938B}" srcOrd="0" destOrd="0" presId="urn:microsoft.com/office/officeart/2005/8/layout/hierarchy1"/>
    <dgm:cxn modelId="{0CACF9E4-4F40-406F-8375-C16F79A19EEF}" type="presParOf" srcId="{4053D37C-AEA4-42EC-B6FF-C273849E938B}" destId="{0BF1C3CC-5364-4BB4-A1E0-7909791888B0}" srcOrd="0" destOrd="0" presId="urn:microsoft.com/office/officeart/2005/8/layout/hierarchy1"/>
    <dgm:cxn modelId="{5FC39112-16ED-4A47-B60D-71979E05126E}" type="presParOf" srcId="{4053D37C-AEA4-42EC-B6FF-C273849E938B}" destId="{66135296-7DE3-46A4-9809-CC191EA91699}" srcOrd="1" destOrd="0" presId="urn:microsoft.com/office/officeart/2005/8/layout/hierarchy1"/>
    <dgm:cxn modelId="{6206EABA-6531-4750-8F2E-CA7343340853}" type="presParOf" srcId="{C0DF45FF-C5D7-4330-A624-D9CD84F0393D}" destId="{F5CF3228-B22B-4091-93EE-31AC16E4A635}" srcOrd="1" destOrd="0" presId="urn:microsoft.com/office/officeart/2005/8/layout/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0780575-06BE-4DCB-B4F9-2123D2534180}" type="doc">
      <dgm:prSet loTypeId="urn:microsoft.com/office/officeart/2008/layout/LinedList" loCatId="list" qsTypeId="urn:microsoft.com/office/officeart/2005/8/quickstyle/simple4" qsCatId="simple" csTypeId="urn:microsoft.com/office/officeart/2005/8/colors/colorful5" csCatId="colorful" phldr="1"/>
      <dgm:spPr/>
      <dgm:t>
        <a:bodyPr/>
        <a:lstStyle/>
        <a:p>
          <a:endParaRPr lang="en-US"/>
        </a:p>
      </dgm:t>
    </dgm:pt>
    <dgm:pt modelId="{83439E4E-44F5-4B66-BE54-EDBB748A3FB0}">
      <dgm:prSet/>
      <dgm:spPr/>
      <dgm:t>
        <a:bodyPr/>
        <a:lstStyle/>
        <a:p>
          <a:r>
            <a:rPr lang="de-DE" dirty="0"/>
            <a:t>Stack Overflow 		</a:t>
          </a:r>
          <a:r>
            <a:rPr lang="de-DE" dirty="0">
              <a:sym typeface="Wingdings" panose="05000000000000000000" pitchFamily="2" charset="2"/>
            </a:rPr>
            <a:t> </a:t>
          </a:r>
          <a:r>
            <a:rPr lang="de-CH" dirty="0">
              <a:hlinkClick xmlns:r="http://schemas.openxmlformats.org/officeDocument/2006/relationships" r:id="rId1"/>
            </a:rPr>
            <a:t>https://stackoverflow.com</a:t>
          </a:r>
          <a:endParaRPr lang="de-CH" dirty="0"/>
        </a:p>
      </dgm:t>
    </dgm:pt>
    <dgm:pt modelId="{7F5F6480-17A0-4BD9-AB34-64F773203997}" type="parTrans" cxnId="{30A886AB-8D08-496F-AB89-F983B5BCF7B1}">
      <dgm:prSet/>
      <dgm:spPr/>
      <dgm:t>
        <a:bodyPr/>
        <a:lstStyle/>
        <a:p>
          <a:endParaRPr lang="de-CH"/>
        </a:p>
      </dgm:t>
    </dgm:pt>
    <dgm:pt modelId="{66C626B4-3F52-469A-ABC9-1FB2B91433D9}" type="sibTrans" cxnId="{30A886AB-8D08-496F-AB89-F983B5BCF7B1}">
      <dgm:prSet/>
      <dgm:spPr/>
      <dgm:t>
        <a:bodyPr/>
        <a:lstStyle/>
        <a:p>
          <a:endParaRPr lang="de-CH"/>
        </a:p>
      </dgm:t>
    </dgm:pt>
    <dgm:pt modelId="{A064DCAF-EE9F-44EA-9A03-6CAEB426C706}">
      <dgm:prSet/>
      <dgm:spPr/>
      <dgm:t>
        <a:bodyPr/>
        <a:lstStyle/>
        <a:p>
          <a:r>
            <a:rPr lang="de-DE" dirty="0"/>
            <a:t>Microsoft Dokumentation </a:t>
          </a:r>
          <a:r>
            <a:rPr lang="de-DE" dirty="0">
              <a:sym typeface="Wingdings" panose="05000000000000000000" pitchFamily="2" charset="2"/>
            </a:rPr>
            <a:t> </a:t>
          </a:r>
          <a:r>
            <a:rPr lang="de-CH" dirty="0">
              <a:hlinkClick xmlns:r="http://schemas.openxmlformats.org/officeDocument/2006/relationships" r:id="rId2"/>
            </a:rPr>
            <a:t>https://docs.microsoft.com</a:t>
          </a:r>
          <a:r>
            <a:rPr lang="de-CH" dirty="0"/>
            <a:t> </a:t>
          </a:r>
          <a:r>
            <a:rPr lang="de-DE" dirty="0">
              <a:sym typeface="Wingdings" panose="05000000000000000000" pitchFamily="2" charset="2"/>
            </a:rPr>
            <a:t> </a:t>
          </a:r>
          <a:endParaRPr lang="de-CH" dirty="0"/>
        </a:p>
      </dgm:t>
    </dgm:pt>
    <dgm:pt modelId="{9757004B-5686-4242-913D-F2BC95C0D6D1}" type="parTrans" cxnId="{43EA1174-7FA0-418B-8A0C-1C2396861626}">
      <dgm:prSet/>
      <dgm:spPr/>
      <dgm:t>
        <a:bodyPr/>
        <a:lstStyle/>
        <a:p>
          <a:endParaRPr lang="de-CH"/>
        </a:p>
      </dgm:t>
    </dgm:pt>
    <dgm:pt modelId="{577287AE-B128-468E-9E6A-82D1D83F936C}" type="sibTrans" cxnId="{43EA1174-7FA0-418B-8A0C-1C2396861626}">
      <dgm:prSet/>
      <dgm:spPr/>
      <dgm:t>
        <a:bodyPr/>
        <a:lstStyle/>
        <a:p>
          <a:endParaRPr lang="de-CH"/>
        </a:p>
      </dgm:t>
    </dgm:pt>
    <dgm:pt modelId="{0C128FDE-8D45-469E-BFE8-AF9BDD829549}">
      <dgm:prSet/>
      <dgm:spPr/>
      <dgm:t>
        <a:bodyPr/>
        <a:lstStyle/>
        <a:p>
          <a:r>
            <a:rPr lang="de-CH" dirty="0"/>
            <a:t>GitHub 			</a:t>
          </a:r>
          <a:r>
            <a:rPr lang="de-CH" dirty="0">
              <a:sym typeface="Wingdings" panose="05000000000000000000" pitchFamily="2" charset="2"/>
            </a:rPr>
            <a:t> </a:t>
          </a:r>
          <a:r>
            <a:rPr lang="de-CH" dirty="0">
              <a:hlinkClick xmlns:r="http://schemas.openxmlformats.org/officeDocument/2006/relationships" r:id="rId3"/>
            </a:rPr>
            <a:t>https://github.com</a:t>
          </a:r>
          <a:r>
            <a:rPr lang="de-CH" dirty="0"/>
            <a:t> </a:t>
          </a:r>
        </a:p>
      </dgm:t>
    </dgm:pt>
    <dgm:pt modelId="{FCBD32E3-ECA5-4850-92CA-28E424525B41}" type="parTrans" cxnId="{430C6A05-9EDC-450E-B933-08E65E290B46}">
      <dgm:prSet/>
      <dgm:spPr/>
      <dgm:t>
        <a:bodyPr/>
        <a:lstStyle/>
        <a:p>
          <a:endParaRPr lang="de-CH"/>
        </a:p>
      </dgm:t>
    </dgm:pt>
    <dgm:pt modelId="{D7AA0C0A-78D0-4D19-BDD3-C4F3DC32272F}" type="sibTrans" cxnId="{430C6A05-9EDC-450E-B933-08E65E290B46}">
      <dgm:prSet/>
      <dgm:spPr/>
      <dgm:t>
        <a:bodyPr/>
        <a:lstStyle/>
        <a:p>
          <a:endParaRPr lang="de-CH"/>
        </a:p>
      </dgm:t>
    </dgm:pt>
    <dgm:pt modelId="{CD5B50B2-C93C-4811-BB7E-37F30F456237}">
      <dgm:prSet/>
      <dgm:spPr/>
      <dgm:t>
        <a:bodyPr/>
        <a:lstStyle/>
        <a:p>
          <a:r>
            <a:rPr lang="de-DE" dirty="0"/>
            <a:t>PHP-Dokumentation 	</a:t>
          </a:r>
          <a:r>
            <a:rPr lang="de-DE" dirty="0">
              <a:sym typeface="Wingdings" panose="05000000000000000000" pitchFamily="2" charset="2"/>
            </a:rPr>
            <a:t> </a:t>
          </a:r>
          <a:r>
            <a:rPr lang="de-CH" dirty="0">
              <a:hlinkClick xmlns:r="http://schemas.openxmlformats.org/officeDocument/2006/relationships" r:id="rId4"/>
            </a:rPr>
            <a:t>https://www.php.net/docs.php</a:t>
          </a:r>
          <a:r>
            <a:rPr lang="de-CH" dirty="0"/>
            <a:t> </a:t>
          </a:r>
        </a:p>
      </dgm:t>
    </dgm:pt>
    <dgm:pt modelId="{450D38C1-F2E2-4FD2-B452-4AE77F8B60F6}" type="parTrans" cxnId="{9D870FD8-E9FB-4BC1-BAD2-D34D89BC03AD}">
      <dgm:prSet/>
      <dgm:spPr/>
      <dgm:t>
        <a:bodyPr/>
        <a:lstStyle/>
        <a:p>
          <a:endParaRPr lang="de-CH"/>
        </a:p>
      </dgm:t>
    </dgm:pt>
    <dgm:pt modelId="{517772AE-B0A2-4A50-840D-BDDE8BBAEBA4}" type="sibTrans" cxnId="{9D870FD8-E9FB-4BC1-BAD2-D34D89BC03AD}">
      <dgm:prSet/>
      <dgm:spPr/>
      <dgm:t>
        <a:bodyPr/>
        <a:lstStyle/>
        <a:p>
          <a:endParaRPr lang="de-CH"/>
        </a:p>
      </dgm:t>
    </dgm:pt>
    <dgm:pt modelId="{D18937EE-AE6B-4AF8-B4A9-3F921E121684}">
      <dgm:prSet/>
      <dgm:spPr/>
      <dgm:t>
        <a:bodyPr/>
        <a:lstStyle/>
        <a:p>
          <a:r>
            <a:rPr lang="de-CH" dirty="0"/>
            <a:t>Gemini 			</a:t>
          </a:r>
          <a:r>
            <a:rPr lang="de-CH" dirty="0">
              <a:sym typeface="Wingdings" panose="05000000000000000000" pitchFamily="2" charset="2"/>
            </a:rPr>
            <a:t> </a:t>
          </a:r>
          <a:r>
            <a:rPr lang="de-CH" dirty="0">
              <a:sym typeface="Wingdings" panose="05000000000000000000" pitchFamily="2" charset="2"/>
              <a:hlinkClick xmlns:r="http://schemas.openxmlformats.org/officeDocument/2006/relationships" r:id="rId5"/>
            </a:rPr>
            <a:t>https://gemini.google.com</a:t>
          </a:r>
          <a:r>
            <a:rPr lang="de-CH" dirty="0">
              <a:sym typeface="Wingdings" panose="05000000000000000000" pitchFamily="2" charset="2"/>
            </a:rPr>
            <a:t> </a:t>
          </a:r>
          <a:endParaRPr lang="de-CH" dirty="0"/>
        </a:p>
      </dgm:t>
    </dgm:pt>
    <dgm:pt modelId="{60C16312-8DC9-45DB-A139-615E7FB86DAB}" type="parTrans" cxnId="{46A5B6E3-FDB1-4DF8-90B3-3899C51A7D44}">
      <dgm:prSet/>
      <dgm:spPr/>
      <dgm:t>
        <a:bodyPr/>
        <a:lstStyle/>
        <a:p>
          <a:endParaRPr lang="de-CH"/>
        </a:p>
      </dgm:t>
    </dgm:pt>
    <dgm:pt modelId="{ADE0D32F-CE9E-418C-8920-698E1D36E03F}" type="sibTrans" cxnId="{46A5B6E3-FDB1-4DF8-90B3-3899C51A7D44}">
      <dgm:prSet/>
      <dgm:spPr/>
      <dgm:t>
        <a:bodyPr/>
        <a:lstStyle/>
        <a:p>
          <a:endParaRPr lang="de-CH"/>
        </a:p>
      </dgm:t>
    </dgm:pt>
    <dgm:pt modelId="{6ACA2947-2116-4A08-99E1-173B8F55FFF6}" type="pres">
      <dgm:prSet presAssocID="{D0780575-06BE-4DCB-B4F9-2123D2534180}" presName="vert0" presStyleCnt="0">
        <dgm:presLayoutVars>
          <dgm:dir/>
          <dgm:animOne val="branch"/>
          <dgm:animLvl val="lvl"/>
        </dgm:presLayoutVars>
      </dgm:prSet>
      <dgm:spPr/>
    </dgm:pt>
    <dgm:pt modelId="{C84EBEAF-8B4B-45DC-A614-217E0D3891E6}" type="pres">
      <dgm:prSet presAssocID="{83439E4E-44F5-4B66-BE54-EDBB748A3FB0}" presName="thickLine" presStyleLbl="alignNode1" presStyleIdx="0" presStyleCnt="5"/>
      <dgm:spPr/>
    </dgm:pt>
    <dgm:pt modelId="{49640A91-3EAC-411A-AB2D-AE5D64844ED5}" type="pres">
      <dgm:prSet presAssocID="{83439E4E-44F5-4B66-BE54-EDBB748A3FB0}" presName="horz1" presStyleCnt="0"/>
      <dgm:spPr/>
    </dgm:pt>
    <dgm:pt modelId="{B1BEDD63-A24B-4B4C-BE63-43F789EE5A9B}" type="pres">
      <dgm:prSet presAssocID="{83439E4E-44F5-4B66-BE54-EDBB748A3FB0}" presName="tx1" presStyleLbl="revTx" presStyleIdx="0" presStyleCnt="5"/>
      <dgm:spPr/>
    </dgm:pt>
    <dgm:pt modelId="{BE552D50-76E9-4723-B737-8598BE66CA60}" type="pres">
      <dgm:prSet presAssocID="{83439E4E-44F5-4B66-BE54-EDBB748A3FB0}" presName="vert1" presStyleCnt="0"/>
      <dgm:spPr/>
    </dgm:pt>
    <dgm:pt modelId="{974648E8-C7C6-407D-A088-0F3AC4500E26}" type="pres">
      <dgm:prSet presAssocID="{A064DCAF-EE9F-44EA-9A03-6CAEB426C706}" presName="thickLine" presStyleLbl="alignNode1" presStyleIdx="1" presStyleCnt="5"/>
      <dgm:spPr/>
    </dgm:pt>
    <dgm:pt modelId="{7934C6A5-669E-4E31-8341-C172377C0C57}" type="pres">
      <dgm:prSet presAssocID="{A064DCAF-EE9F-44EA-9A03-6CAEB426C706}" presName="horz1" presStyleCnt="0"/>
      <dgm:spPr/>
    </dgm:pt>
    <dgm:pt modelId="{11741146-DF03-47EA-BBB9-1CC165BA3294}" type="pres">
      <dgm:prSet presAssocID="{A064DCAF-EE9F-44EA-9A03-6CAEB426C706}" presName="tx1" presStyleLbl="revTx" presStyleIdx="1" presStyleCnt="5"/>
      <dgm:spPr/>
    </dgm:pt>
    <dgm:pt modelId="{D9BECD35-A21F-41BF-A32F-3792BAA969D9}" type="pres">
      <dgm:prSet presAssocID="{A064DCAF-EE9F-44EA-9A03-6CAEB426C706}" presName="vert1" presStyleCnt="0"/>
      <dgm:spPr/>
    </dgm:pt>
    <dgm:pt modelId="{D2ECB220-B136-4EE6-84E5-80855960187B}" type="pres">
      <dgm:prSet presAssocID="{0C128FDE-8D45-469E-BFE8-AF9BDD829549}" presName="thickLine" presStyleLbl="alignNode1" presStyleIdx="2" presStyleCnt="5"/>
      <dgm:spPr/>
    </dgm:pt>
    <dgm:pt modelId="{6B879357-31A7-4B3E-AE61-ED6D0B68A098}" type="pres">
      <dgm:prSet presAssocID="{0C128FDE-8D45-469E-BFE8-AF9BDD829549}" presName="horz1" presStyleCnt="0"/>
      <dgm:spPr/>
    </dgm:pt>
    <dgm:pt modelId="{08CBD920-D51E-4968-8C99-100C302C9B28}" type="pres">
      <dgm:prSet presAssocID="{0C128FDE-8D45-469E-BFE8-AF9BDD829549}" presName="tx1" presStyleLbl="revTx" presStyleIdx="2" presStyleCnt="5"/>
      <dgm:spPr/>
    </dgm:pt>
    <dgm:pt modelId="{E16F828E-5AEF-4E6F-97DD-21683383D5C5}" type="pres">
      <dgm:prSet presAssocID="{0C128FDE-8D45-469E-BFE8-AF9BDD829549}" presName="vert1" presStyleCnt="0"/>
      <dgm:spPr/>
    </dgm:pt>
    <dgm:pt modelId="{CD5DEFA4-FC9E-4E50-B6D5-6F9A430C09C0}" type="pres">
      <dgm:prSet presAssocID="{CD5B50B2-C93C-4811-BB7E-37F30F456237}" presName="thickLine" presStyleLbl="alignNode1" presStyleIdx="3" presStyleCnt="5"/>
      <dgm:spPr/>
    </dgm:pt>
    <dgm:pt modelId="{B2BFD470-C9DA-4476-AC97-2246D5E9F5BD}" type="pres">
      <dgm:prSet presAssocID="{CD5B50B2-C93C-4811-BB7E-37F30F456237}" presName="horz1" presStyleCnt="0"/>
      <dgm:spPr/>
    </dgm:pt>
    <dgm:pt modelId="{19B43A0B-B17A-42C3-8262-2D3BD76AF095}" type="pres">
      <dgm:prSet presAssocID="{CD5B50B2-C93C-4811-BB7E-37F30F456237}" presName="tx1" presStyleLbl="revTx" presStyleIdx="3" presStyleCnt="5"/>
      <dgm:spPr/>
    </dgm:pt>
    <dgm:pt modelId="{A68805D8-75A3-4874-B448-FB96522BEC6C}" type="pres">
      <dgm:prSet presAssocID="{CD5B50B2-C93C-4811-BB7E-37F30F456237}" presName="vert1" presStyleCnt="0"/>
      <dgm:spPr/>
    </dgm:pt>
    <dgm:pt modelId="{BCDD0124-E17E-43B1-83E3-EAC231157F40}" type="pres">
      <dgm:prSet presAssocID="{D18937EE-AE6B-4AF8-B4A9-3F921E121684}" presName="thickLine" presStyleLbl="alignNode1" presStyleIdx="4" presStyleCnt="5"/>
      <dgm:spPr/>
    </dgm:pt>
    <dgm:pt modelId="{097A0F8E-2311-48C7-B711-947B76B739F9}" type="pres">
      <dgm:prSet presAssocID="{D18937EE-AE6B-4AF8-B4A9-3F921E121684}" presName="horz1" presStyleCnt="0"/>
      <dgm:spPr/>
    </dgm:pt>
    <dgm:pt modelId="{36B3A5B8-B50C-4E40-B3EC-3A2B52649CAA}" type="pres">
      <dgm:prSet presAssocID="{D18937EE-AE6B-4AF8-B4A9-3F921E121684}" presName="tx1" presStyleLbl="revTx" presStyleIdx="4" presStyleCnt="5"/>
      <dgm:spPr/>
    </dgm:pt>
    <dgm:pt modelId="{E67BBE67-6BA8-4FA4-B498-654A90BF6DBB}" type="pres">
      <dgm:prSet presAssocID="{D18937EE-AE6B-4AF8-B4A9-3F921E121684}" presName="vert1" presStyleCnt="0"/>
      <dgm:spPr/>
    </dgm:pt>
  </dgm:ptLst>
  <dgm:cxnLst>
    <dgm:cxn modelId="{430C6A05-9EDC-450E-B933-08E65E290B46}" srcId="{D0780575-06BE-4DCB-B4F9-2123D2534180}" destId="{0C128FDE-8D45-469E-BFE8-AF9BDD829549}" srcOrd="2" destOrd="0" parTransId="{FCBD32E3-ECA5-4850-92CA-28E424525B41}" sibTransId="{D7AA0C0A-78D0-4D19-BDD3-C4F3DC32272F}"/>
    <dgm:cxn modelId="{38DC2A15-2464-4062-9961-155B7A7875D1}" type="presOf" srcId="{D0780575-06BE-4DCB-B4F9-2123D2534180}" destId="{6ACA2947-2116-4A08-99E1-173B8F55FFF6}" srcOrd="0" destOrd="0" presId="urn:microsoft.com/office/officeart/2008/layout/LinedList"/>
    <dgm:cxn modelId="{1AA0A332-28D2-414B-94A8-E2992DCFF9D1}" type="presOf" srcId="{CD5B50B2-C93C-4811-BB7E-37F30F456237}" destId="{19B43A0B-B17A-42C3-8262-2D3BD76AF095}" srcOrd="0" destOrd="0" presId="urn:microsoft.com/office/officeart/2008/layout/LinedList"/>
    <dgm:cxn modelId="{DC34C672-A046-423A-A436-C2C0E7DBDA40}" type="presOf" srcId="{0C128FDE-8D45-469E-BFE8-AF9BDD829549}" destId="{08CBD920-D51E-4968-8C99-100C302C9B28}" srcOrd="0" destOrd="0" presId="urn:microsoft.com/office/officeart/2008/layout/LinedList"/>
    <dgm:cxn modelId="{43EA1174-7FA0-418B-8A0C-1C2396861626}" srcId="{D0780575-06BE-4DCB-B4F9-2123D2534180}" destId="{A064DCAF-EE9F-44EA-9A03-6CAEB426C706}" srcOrd="1" destOrd="0" parTransId="{9757004B-5686-4242-913D-F2BC95C0D6D1}" sibTransId="{577287AE-B128-468E-9E6A-82D1D83F936C}"/>
    <dgm:cxn modelId="{D0A3D57E-865D-4796-96DB-B29690564BA3}" type="presOf" srcId="{83439E4E-44F5-4B66-BE54-EDBB748A3FB0}" destId="{B1BEDD63-A24B-4B4C-BE63-43F789EE5A9B}" srcOrd="0" destOrd="0" presId="urn:microsoft.com/office/officeart/2008/layout/LinedList"/>
    <dgm:cxn modelId="{B7588F96-DAF4-45A4-8CA6-129BCFFEC37F}" type="presOf" srcId="{A064DCAF-EE9F-44EA-9A03-6CAEB426C706}" destId="{11741146-DF03-47EA-BBB9-1CC165BA3294}" srcOrd="0" destOrd="0" presId="urn:microsoft.com/office/officeart/2008/layout/LinedList"/>
    <dgm:cxn modelId="{30A886AB-8D08-496F-AB89-F983B5BCF7B1}" srcId="{D0780575-06BE-4DCB-B4F9-2123D2534180}" destId="{83439E4E-44F5-4B66-BE54-EDBB748A3FB0}" srcOrd="0" destOrd="0" parTransId="{7F5F6480-17A0-4BD9-AB34-64F773203997}" sibTransId="{66C626B4-3F52-469A-ABC9-1FB2B91433D9}"/>
    <dgm:cxn modelId="{F8A085B7-E509-4C50-9311-14A4673AA9AD}" type="presOf" srcId="{D18937EE-AE6B-4AF8-B4A9-3F921E121684}" destId="{36B3A5B8-B50C-4E40-B3EC-3A2B52649CAA}" srcOrd="0" destOrd="0" presId="urn:microsoft.com/office/officeart/2008/layout/LinedList"/>
    <dgm:cxn modelId="{9D870FD8-E9FB-4BC1-BAD2-D34D89BC03AD}" srcId="{D0780575-06BE-4DCB-B4F9-2123D2534180}" destId="{CD5B50B2-C93C-4811-BB7E-37F30F456237}" srcOrd="3" destOrd="0" parTransId="{450D38C1-F2E2-4FD2-B452-4AE77F8B60F6}" sibTransId="{517772AE-B0A2-4A50-840D-BDDE8BBAEBA4}"/>
    <dgm:cxn modelId="{46A5B6E3-FDB1-4DF8-90B3-3899C51A7D44}" srcId="{D0780575-06BE-4DCB-B4F9-2123D2534180}" destId="{D18937EE-AE6B-4AF8-B4A9-3F921E121684}" srcOrd="4" destOrd="0" parTransId="{60C16312-8DC9-45DB-A139-615E7FB86DAB}" sibTransId="{ADE0D32F-CE9E-418C-8920-698E1D36E03F}"/>
    <dgm:cxn modelId="{2AF04196-C553-4408-BF2E-7E22261A5B2A}" type="presParOf" srcId="{6ACA2947-2116-4A08-99E1-173B8F55FFF6}" destId="{C84EBEAF-8B4B-45DC-A614-217E0D3891E6}" srcOrd="0" destOrd="0" presId="urn:microsoft.com/office/officeart/2008/layout/LinedList"/>
    <dgm:cxn modelId="{C5D39652-6E48-4012-9599-73988A9EA861}" type="presParOf" srcId="{6ACA2947-2116-4A08-99E1-173B8F55FFF6}" destId="{49640A91-3EAC-411A-AB2D-AE5D64844ED5}" srcOrd="1" destOrd="0" presId="urn:microsoft.com/office/officeart/2008/layout/LinedList"/>
    <dgm:cxn modelId="{86DBA080-9003-4331-85E1-01E31BCA0D51}" type="presParOf" srcId="{49640A91-3EAC-411A-AB2D-AE5D64844ED5}" destId="{B1BEDD63-A24B-4B4C-BE63-43F789EE5A9B}" srcOrd="0" destOrd="0" presId="urn:microsoft.com/office/officeart/2008/layout/LinedList"/>
    <dgm:cxn modelId="{74E66B90-FC67-4F73-B4DC-8A7301D99C14}" type="presParOf" srcId="{49640A91-3EAC-411A-AB2D-AE5D64844ED5}" destId="{BE552D50-76E9-4723-B737-8598BE66CA60}" srcOrd="1" destOrd="0" presId="urn:microsoft.com/office/officeart/2008/layout/LinedList"/>
    <dgm:cxn modelId="{EB5722B2-0F19-404A-BE15-64E0E4A409CF}" type="presParOf" srcId="{6ACA2947-2116-4A08-99E1-173B8F55FFF6}" destId="{974648E8-C7C6-407D-A088-0F3AC4500E26}" srcOrd="2" destOrd="0" presId="urn:microsoft.com/office/officeart/2008/layout/LinedList"/>
    <dgm:cxn modelId="{C5FC8D5C-BD2A-444F-BC6F-377AC418E828}" type="presParOf" srcId="{6ACA2947-2116-4A08-99E1-173B8F55FFF6}" destId="{7934C6A5-669E-4E31-8341-C172377C0C57}" srcOrd="3" destOrd="0" presId="urn:microsoft.com/office/officeart/2008/layout/LinedList"/>
    <dgm:cxn modelId="{AB564131-E5FA-41CE-A3BD-B36E3919ECAE}" type="presParOf" srcId="{7934C6A5-669E-4E31-8341-C172377C0C57}" destId="{11741146-DF03-47EA-BBB9-1CC165BA3294}" srcOrd="0" destOrd="0" presId="urn:microsoft.com/office/officeart/2008/layout/LinedList"/>
    <dgm:cxn modelId="{C9FC81CA-75DD-4C2D-A39B-7585A3934CF7}" type="presParOf" srcId="{7934C6A5-669E-4E31-8341-C172377C0C57}" destId="{D9BECD35-A21F-41BF-A32F-3792BAA969D9}" srcOrd="1" destOrd="0" presId="urn:microsoft.com/office/officeart/2008/layout/LinedList"/>
    <dgm:cxn modelId="{34803BC7-412D-437A-A2D4-6D7835F60D3B}" type="presParOf" srcId="{6ACA2947-2116-4A08-99E1-173B8F55FFF6}" destId="{D2ECB220-B136-4EE6-84E5-80855960187B}" srcOrd="4" destOrd="0" presId="urn:microsoft.com/office/officeart/2008/layout/LinedList"/>
    <dgm:cxn modelId="{60499177-CDCD-454B-B471-D4B23C30606E}" type="presParOf" srcId="{6ACA2947-2116-4A08-99E1-173B8F55FFF6}" destId="{6B879357-31A7-4B3E-AE61-ED6D0B68A098}" srcOrd="5" destOrd="0" presId="urn:microsoft.com/office/officeart/2008/layout/LinedList"/>
    <dgm:cxn modelId="{A3F05CDD-CA97-4BEE-A53E-6C00B8C4F6FC}" type="presParOf" srcId="{6B879357-31A7-4B3E-AE61-ED6D0B68A098}" destId="{08CBD920-D51E-4968-8C99-100C302C9B28}" srcOrd="0" destOrd="0" presId="urn:microsoft.com/office/officeart/2008/layout/LinedList"/>
    <dgm:cxn modelId="{F54325B5-2F07-4965-9D37-27A087F9626D}" type="presParOf" srcId="{6B879357-31A7-4B3E-AE61-ED6D0B68A098}" destId="{E16F828E-5AEF-4E6F-97DD-21683383D5C5}" srcOrd="1" destOrd="0" presId="urn:microsoft.com/office/officeart/2008/layout/LinedList"/>
    <dgm:cxn modelId="{7E8D78D5-BFD5-40B3-8A49-E9FD90B5A14D}" type="presParOf" srcId="{6ACA2947-2116-4A08-99E1-173B8F55FFF6}" destId="{CD5DEFA4-FC9E-4E50-B6D5-6F9A430C09C0}" srcOrd="6" destOrd="0" presId="urn:microsoft.com/office/officeart/2008/layout/LinedList"/>
    <dgm:cxn modelId="{01D5C117-FC32-46A9-BBD5-E794993AA7E3}" type="presParOf" srcId="{6ACA2947-2116-4A08-99E1-173B8F55FFF6}" destId="{B2BFD470-C9DA-4476-AC97-2246D5E9F5BD}" srcOrd="7" destOrd="0" presId="urn:microsoft.com/office/officeart/2008/layout/LinedList"/>
    <dgm:cxn modelId="{F241A731-4095-4558-B5DC-EBBA1438F594}" type="presParOf" srcId="{B2BFD470-C9DA-4476-AC97-2246D5E9F5BD}" destId="{19B43A0B-B17A-42C3-8262-2D3BD76AF095}" srcOrd="0" destOrd="0" presId="urn:microsoft.com/office/officeart/2008/layout/LinedList"/>
    <dgm:cxn modelId="{B914E981-D040-42A6-A118-E84185941D49}" type="presParOf" srcId="{B2BFD470-C9DA-4476-AC97-2246D5E9F5BD}" destId="{A68805D8-75A3-4874-B448-FB96522BEC6C}" srcOrd="1" destOrd="0" presId="urn:microsoft.com/office/officeart/2008/layout/LinedList"/>
    <dgm:cxn modelId="{BD35800A-3130-4EDC-A6D1-A70A932F1593}" type="presParOf" srcId="{6ACA2947-2116-4A08-99E1-173B8F55FFF6}" destId="{BCDD0124-E17E-43B1-83E3-EAC231157F40}" srcOrd="8" destOrd="0" presId="urn:microsoft.com/office/officeart/2008/layout/LinedList"/>
    <dgm:cxn modelId="{E1785C16-36F8-4FA2-85C7-B5F65AF7E2F0}" type="presParOf" srcId="{6ACA2947-2116-4A08-99E1-173B8F55FFF6}" destId="{097A0F8E-2311-48C7-B711-947B76B739F9}" srcOrd="9" destOrd="0" presId="urn:microsoft.com/office/officeart/2008/layout/LinedList"/>
    <dgm:cxn modelId="{314F6656-9A5D-49BB-86D8-25D0F34AAB5E}" type="presParOf" srcId="{097A0F8E-2311-48C7-B711-947B76B739F9}" destId="{36B3A5B8-B50C-4E40-B3EC-3A2B52649CAA}" srcOrd="0" destOrd="0" presId="urn:microsoft.com/office/officeart/2008/layout/LinedList"/>
    <dgm:cxn modelId="{370D4864-E91C-4726-A17D-EFEB0CCFA6EA}" type="presParOf" srcId="{097A0F8E-2311-48C7-B711-947B76B739F9}" destId="{E67BBE67-6BA8-4FA4-B498-654A90BF6DBB}"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A67E919-6498-49D5-BA83-F7C821418D96}">
      <dsp:nvSpPr>
        <dsp:cNvPr id="0" name=""/>
        <dsp:cNvSpPr/>
      </dsp:nvSpPr>
      <dsp:spPr>
        <a:xfrm>
          <a:off x="48" y="108817"/>
          <a:ext cx="4628926" cy="864000"/>
        </a:xfrm>
        <a:prstGeom prst="rect">
          <a:avLst/>
        </a:prstGeom>
        <a:solidFill>
          <a:schemeClr val="dk2">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213360" tIns="121920" rIns="213360" bIns="121920" numCol="1" spcCol="1270" anchor="ctr" anchorCtr="0">
          <a:noAutofit/>
        </a:bodyPr>
        <a:lstStyle/>
        <a:p>
          <a:pPr marL="0" lvl="0" indent="0" algn="ctr" defTabSz="1333500">
            <a:lnSpc>
              <a:spcPct val="90000"/>
            </a:lnSpc>
            <a:spcBef>
              <a:spcPct val="0"/>
            </a:spcBef>
            <a:spcAft>
              <a:spcPct val="35000"/>
            </a:spcAft>
            <a:buNone/>
          </a:pPr>
          <a:r>
            <a:rPr lang="de-CH" sz="3000" kern="1200"/>
            <a:t>Gut</a:t>
          </a:r>
          <a:endParaRPr lang="en-US" sz="3000" kern="1200"/>
        </a:p>
      </dsp:txBody>
      <dsp:txXfrm>
        <a:off x="48" y="108817"/>
        <a:ext cx="4628926" cy="864000"/>
      </dsp:txXfrm>
    </dsp:sp>
    <dsp:sp modelId="{79FE66B3-1A86-490F-99E6-31FEB651703B}">
      <dsp:nvSpPr>
        <dsp:cNvPr id="0" name=""/>
        <dsp:cNvSpPr/>
      </dsp:nvSpPr>
      <dsp:spPr>
        <a:xfrm>
          <a:off x="48" y="972817"/>
          <a:ext cx="4628926" cy="2305800"/>
        </a:xfrm>
        <a:prstGeom prst="rect">
          <a:avLst/>
        </a:prstGeom>
        <a:solidFill>
          <a:schemeClr val="dk2">
            <a:alpha val="90000"/>
            <a:tint val="40000"/>
            <a:hueOff val="0"/>
            <a:satOff val="0"/>
            <a:lumOff val="0"/>
            <a:alphaOff val="0"/>
          </a:schemeClr>
        </a:solidFill>
        <a:ln w="19050" cap="rnd"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0020" tIns="160020" rIns="213360" bIns="240030" numCol="1" spcCol="1270" anchor="t" anchorCtr="0">
          <a:noAutofit/>
        </a:bodyPr>
        <a:lstStyle/>
        <a:p>
          <a:pPr marL="285750" lvl="1" indent="-285750" algn="l" defTabSz="1333500">
            <a:lnSpc>
              <a:spcPct val="90000"/>
            </a:lnSpc>
            <a:spcBef>
              <a:spcPct val="0"/>
            </a:spcBef>
            <a:spcAft>
              <a:spcPct val="15000"/>
            </a:spcAft>
            <a:buChar char="•"/>
          </a:pPr>
          <a:r>
            <a:rPr lang="en-US" sz="3000" kern="1200" dirty="0" err="1"/>
            <a:t>Realistische</a:t>
          </a:r>
          <a:r>
            <a:rPr lang="en-US" sz="3000" kern="1200" dirty="0"/>
            <a:t> </a:t>
          </a:r>
          <a:r>
            <a:rPr lang="en-US" sz="3000" kern="1200" dirty="0" err="1"/>
            <a:t>Planung</a:t>
          </a:r>
          <a:endParaRPr lang="en-US" sz="3000" kern="1200" dirty="0"/>
        </a:p>
        <a:p>
          <a:pPr marL="285750" lvl="1" indent="-285750" algn="l" defTabSz="1333500">
            <a:lnSpc>
              <a:spcPct val="90000"/>
            </a:lnSpc>
            <a:spcBef>
              <a:spcPct val="0"/>
            </a:spcBef>
            <a:spcAft>
              <a:spcPct val="15000"/>
            </a:spcAft>
            <a:buChar char="•"/>
          </a:pPr>
          <a:r>
            <a:rPr lang="en-US" sz="3000" kern="1200" dirty="0" err="1"/>
            <a:t>Dokumentation</a:t>
          </a:r>
          <a:r>
            <a:rPr lang="en-US" sz="3000" kern="1200" dirty="0"/>
            <a:t> </a:t>
          </a:r>
          <a:r>
            <a:rPr lang="en-US" sz="3000" kern="1200" dirty="0" err="1"/>
            <a:t>aktuell</a:t>
          </a:r>
          <a:endParaRPr lang="en-US" sz="3000" kern="1200" dirty="0"/>
        </a:p>
        <a:p>
          <a:pPr marL="285750" lvl="1" indent="-285750" algn="l" defTabSz="1333500">
            <a:lnSpc>
              <a:spcPct val="90000"/>
            </a:lnSpc>
            <a:spcBef>
              <a:spcPct val="0"/>
            </a:spcBef>
            <a:spcAft>
              <a:spcPct val="15000"/>
            </a:spcAft>
            <a:buChar char="•"/>
          </a:pPr>
          <a:r>
            <a:rPr lang="en-US" sz="3000" kern="1200" dirty="0" err="1"/>
            <a:t>Funktionale</a:t>
          </a:r>
          <a:r>
            <a:rPr lang="en-US" sz="3000" kern="1200" dirty="0"/>
            <a:t> </a:t>
          </a:r>
          <a:r>
            <a:rPr lang="en-US" sz="3000" kern="1200" dirty="0" err="1"/>
            <a:t>Datenbank</a:t>
          </a:r>
          <a:endParaRPr lang="en-US" sz="3000" kern="1200" dirty="0"/>
        </a:p>
        <a:p>
          <a:pPr marL="285750" lvl="1" indent="-285750" algn="l" defTabSz="1333500">
            <a:lnSpc>
              <a:spcPct val="90000"/>
            </a:lnSpc>
            <a:spcBef>
              <a:spcPct val="0"/>
            </a:spcBef>
            <a:spcAft>
              <a:spcPct val="15000"/>
            </a:spcAft>
            <a:buChar char="•"/>
          </a:pPr>
          <a:r>
            <a:rPr lang="en-US" sz="3000" kern="1200" dirty="0" err="1"/>
            <a:t>Authentifizierungssystem</a:t>
          </a:r>
          <a:endParaRPr lang="en-US" sz="3000" kern="1200" dirty="0"/>
        </a:p>
      </dsp:txBody>
      <dsp:txXfrm>
        <a:off x="48" y="972817"/>
        <a:ext cx="4628926" cy="2305800"/>
      </dsp:txXfrm>
    </dsp:sp>
    <dsp:sp modelId="{363841F4-4FA8-4642-9454-5CA6D8751E26}">
      <dsp:nvSpPr>
        <dsp:cNvPr id="0" name=""/>
        <dsp:cNvSpPr/>
      </dsp:nvSpPr>
      <dsp:spPr>
        <a:xfrm>
          <a:off x="5277024" y="108817"/>
          <a:ext cx="4628926" cy="864000"/>
        </a:xfrm>
        <a:prstGeom prst="rect">
          <a:avLst/>
        </a:prstGeom>
        <a:solidFill>
          <a:schemeClr val="dk2">
            <a:hueOff val="0"/>
            <a:satOff val="0"/>
            <a:lumOff val="0"/>
            <a:alphaOff val="0"/>
          </a:schemeClr>
        </a:solidFill>
        <a:ln w="19050" cap="rnd" cmpd="sng" algn="ctr">
          <a:solidFill>
            <a:schemeClr val="dk2">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213360" tIns="121920" rIns="213360" bIns="121920" numCol="1" spcCol="1270" anchor="ctr" anchorCtr="0">
          <a:noAutofit/>
        </a:bodyPr>
        <a:lstStyle/>
        <a:p>
          <a:pPr marL="0" lvl="0" indent="0" algn="ctr" defTabSz="1333500">
            <a:lnSpc>
              <a:spcPct val="90000"/>
            </a:lnSpc>
            <a:spcBef>
              <a:spcPct val="0"/>
            </a:spcBef>
            <a:spcAft>
              <a:spcPct val="35000"/>
            </a:spcAft>
            <a:buNone/>
          </a:pPr>
          <a:r>
            <a:rPr lang="de-CH" sz="3000" kern="1200"/>
            <a:t>Schlecht</a:t>
          </a:r>
          <a:endParaRPr lang="en-US" sz="3000" kern="1200"/>
        </a:p>
      </dsp:txBody>
      <dsp:txXfrm>
        <a:off x="5277024" y="108817"/>
        <a:ext cx="4628926" cy="864000"/>
      </dsp:txXfrm>
    </dsp:sp>
    <dsp:sp modelId="{DB554E7A-9EAD-49E6-B3E8-CA52D927B00C}">
      <dsp:nvSpPr>
        <dsp:cNvPr id="0" name=""/>
        <dsp:cNvSpPr/>
      </dsp:nvSpPr>
      <dsp:spPr>
        <a:xfrm>
          <a:off x="5277024" y="972817"/>
          <a:ext cx="4628926" cy="2305800"/>
        </a:xfrm>
        <a:prstGeom prst="rect">
          <a:avLst/>
        </a:prstGeom>
        <a:solidFill>
          <a:schemeClr val="dk2">
            <a:alpha val="90000"/>
            <a:tint val="40000"/>
            <a:hueOff val="0"/>
            <a:satOff val="0"/>
            <a:lumOff val="0"/>
            <a:alphaOff val="0"/>
          </a:schemeClr>
        </a:solidFill>
        <a:ln w="19050" cap="rnd" cmpd="sng" algn="ctr">
          <a:solidFill>
            <a:schemeClr val="dk2">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60020" tIns="160020" rIns="213360" bIns="240030" numCol="1" spcCol="1270" anchor="t" anchorCtr="0">
          <a:noAutofit/>
        </a:bodyPr>
        <a:lstStyle/>
        <a:p>
          <a:pPr marL="285750" lvl="1" indent="-285750" algn="l" defTabSz="1333500">
            <a:lnSpc>
              <a:spcPct val="90000"/>
            </a:lnSpc>
            <a:spcBef>
              <a:spcPct val="0"/>
            </a:spcBef>
            <a:spcAft>
              <a:spcPct val="15000"/>
            </a:spcAft>
            <a:buChar char="•"/>
          </a:pPr>
          <a:r>
            <a:rPr lang="en-US" sz="3000" kern="1200" dirty="0"/>
            <a:t>PHP </a:t>
          </a:r>
          <a:r>
            <a:rPr lang="en-US" sz="3000" kern="1200" dirty="0" err="1"/>
            <a:t>nicht</a:t>
          </a:r>
          <a:r>
            <a:rPr lang="en-US" sz="3000" kern="1200" dirty="0"/>
            <a:t> </a:t>
          </a:r>
          <a:r>
            <a:rPr lang="en-US" sz="3000" kern="1200" dirty="0" err="1"/>
            <a:t>sauber</a:t>
          </a:r>
          <a:endParaRPr lang="en-US" sz="3000" kern="1200" dirty="0"/>
        </a:p>
        <a:p>
          <a:pPr marL="285750" lvl="1" indent="-285750" algn="l" defTabSz="1333500">
            <a:lnSpc>
              <a:spcPct val="90000"/>
            </a:lnSpc>
            <a:spcBef>
              <a:spcPct val="0"/>
            </a:spcBef>
            <a:spcAft>
              <a:spcPct val="15000"/>
            </a:spcAft>
            <a:buChar char="•"/>
          </a:pPr>
          <a:r>
            <a:rPr lang="en-US" sz="3000" kern="1200" dirty="0"/>
            <a:t>HTTP-Parameter </a:t>
          </a:r>
          <a:r>
            <a:rPr lang="en-US" sz="3000" kern="1200" dirty="0" err="1"/>
            <a:t>mit</a:t>
          </a:r>
          <a:r>
            <a:rPr lang="en-US" sz="3000" kern="1200" dirty="0"/>
            <a:t> </a:t>
          </a:r>
          <a:r>
            <a:rPr lang="en-US" sz="3000" kern="1200" dirty="0" err="1"/>
            <a:t>Sonderzeichen</a:t>
          </a:r>
          <a:endParaRPr lang="en-US" sz="3000" kern="1200" dirty="0"/>
        </a:p>
        <a:p>
          <a:pPr marL="285750" lvl="1" indent="-285750" algn="l" defTabSz="1333500">
            <a:lnSpc>
              <a:spcPct val="90000"/>
            </a:lnSpc>
            <a:spcBef>
              <a:spcPct val="0"/>
            </a:spcBef>
            <a:spcAft>
              <a:spcPct val="15000"/>
            </a:spcAft>
            <a:buChar char="•"/>
          </a:pPr>
          <a:r>
            <a:rPr lang="en-US" sz="3000" kern="1200" dirty="0"/>
            <a:t>Datenbankverbindung</a:t>
          </a:r>
        </a:p>
      </dsp:txBody>
      <dsp:txXfrm>
        <a:off x="5277024" y="972817"/>
        <a:ext cx="4628926" cy="23058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EDF5FC4-9D9A-46F7-A460-268BC32F66CF}">
      <dsp:nvSpPr>
        <dsp:cNvPr id="0" name=""/>
        <dsp:cNvSpPr/>
      </dsp:nvSpPr>
      <dsp:spPr>
        <a:xfrm>
          <a:off x="0" y="662100"/>
          <a:ext cx="2786062" cy="1769149"/>
        </a:xfrm>
        <a:prstGeom prst="roundRect">
          <a:avLst>
            <a:gd name="adj" fmla="val 10000"/>
          </a:avLst>
        </a:prstGeom>
        <a:solidFill>
          <a:schemeClr val="accent1">
            <a:hueOff val="0"/>
            <a:satOff val="0"/>
            <a:lumOff val="0"/>
            <a:alphaOff val="0"/>
          </a:schemeClr>
        </a:solidFill>
        <a:ln w="25400" cap="rnd"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sp>
    <dsp:sp modelId="{0275038E-6E04-40B1-83CC-024D6CD1A605}">
      <dsp:nvSpPr>
        <dsp:cNvPr id="0" name=""/>
        <dsp:cNvSpPr/>
      </dsp:nvSpPr>
      <dsp:spPr>
        <a:xfrm>
          <a:off x="309562" y="956185"/>
          <a:ext cx="2786062" cy="176914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de-CH" sz="2300" kern="1200" dirty="0"/>
            <a:t>Erfahrungssammlung</a:t>
          </a:r>
          <a:endParaRPr lang="en-US" sz="2300" kern="1200" dirty="0"/>
        </a:p>
      </dsp:txBody>
      <dsp:txXfrm>
        <a:off x="361379" y="1008002"/>
        <a:ext cx="2682428" cy="1665515"/>
      </dsp:txXfrm>
    </dsp:sp>
    <dsp:sp modelId="{8698B54B-E290-46DE-9E5C-B1059C732924}">
      <dsp:nvSpPr>
        <dsp:cNvPr id="0" name=""/>
        <dsp:cNvSpPr/>
      </dsp:nvSpPr>
      <dsp:spPr>
        <a:xfrm>
          <a:off x="3405187" y="662100"/>
          <a:ext cx="2786062" cy="1769149"/>
        </a:xfrm>
        <a:prstGeom prst="roundRect">
          <a:avLst>
            <a:gd name="adj" fmla="val 10000"/>
          </a:avLst>
        </a:prstGeom>
        <a:solidFill>
          <a:schemeClr val="accent1">
            <a:hueOff val="0"/>
            <a:satOff val="0"/>
            <a:lumOff val="0"/>
            <a:alphaOff val="0"/>
          </a:schemeClr>
        </a:solidFill>
        <a:ln w="25400" cap="rnd"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sp>
    <dsp:sp modelId="{F78727AB-E146-4B72-878D-E160123DFA70}">
      <dsp:nvSpPr>
        <dsp:cNvPr id="0" name=""/>
        <dsp:cNvSpPr/>
      </dsp:nvSpPr>
      <dsp:spPr>
        <a:xfrm>
          <a:off x="3714749" y="956185"/>
          <a:ext cx="2786062" cy="176914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de-CH" sz="2300" kern="1200" dirty="0"/>
            <a:t>Dokumentation immer aktuell</a:t>
          </a:r>
          <a:endParaRPr lang="en-US" sz="2300" kern="1200" dirty="0"/>
        </a:p>
      </dsp:txBody>
      <dsp:txXfrm>
        <a:off x="3766566" y="1008002"/>
        <a:ext cx="2682428" cy="1665515"/>
      </dsp:txXfrm>
    </dsp:sp>
    <dsp:sp modelId="{0BF1C3CC-5364-4BB4-A1E0-7909791888B0}">
      <dsp:nvSpPr>
        <dsp:cNvPr id="0" name=""/>
        <dsp:cNvSpPr/>
      </dsp:nvSpPr>
      <dsp:spPr>
        <a:xfrm>
          <a:off x="6810375" y="662100"/>
          <a:ext cx="2786062" cy="1769149"/>
        </a:xfrm>
        <a:prstGeom prst="roundRect">
          <a:avLst>
            <a:gd name="adj" fmla="val 10000"/>
          </a:avLst>
        </a:prstGeom>
        <a:solidFill>
          <a:schemeClr val="accent1">
            <a:hueOff val="0"/>
            <a:satOff val="0"/>
            <a:lumOff val="0"/>
            <a:alphaOff val="0"/>
          </a:schemeClr>
        </a:solidFill>
        <a:ln w="25400" cap="rnd" cmpd="sng" algn="ctr">
          <a:solidFill>
            <a:schemeClr val="lt1">
              <a:hueOff val="0"/>
              <a:satOff val="0"/>
              <a:lumOff val="0"/>
              <a:alphaOff val="0"/>
            </a:schemeClr>
          </a:solidFill>
          <a:prstDash val="solid"/>
        </a:ln>
        <a:effectLst/>
      </dsp:spPr>
      <dsp:style>
        <a:lnRef idx="3">
          <a:scrgbClr r="0" g="0" b="0"/>
        </a:lnRef>
        <a:fillRef idx="1">
          <a:scrgbClr r="0" g="0" b="0"/>
        </a:fillRef>
        <a:effectRef idx="1">
          <a:scrgbClr r="0" g="0" b="0"/>
        </a:effectRef>
        <a:fontRef idx="minor">
          <a:schemeClr val="lt1"/>
        </a:fontRef>
      </dsp:style>
    </dsp:sp>
    <dsp:sp modelId="{66135296-7DE3-46A4-9809-CC191EA91699}">
      <dsp:nvSpPr>
        <dsp:cNvPr id="0" name=""/>
        <dsp:cNvSpPr/>
      </dsp:nvSpPr>
      <dsp:spPr>
        <a:xfrm>
          <a:off x="7119937" y="956185"/>
          <a:ext cx="2786062" cy="1769149"/>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7630" tIns="87630" rIns="87630" bIns="87630" numCol="1" spcCol="1270" anchor="ctr" anchorCtr="0">
          <a:noAutofit/>
        </a:bodyPr>
        <a:lstStyle/>
        <a:p>
          <a:pPr marL="0" lvl="0" indent="0" algn="ctr" defTabSz="1022350">
            <a:lnSpc>
              <a:spcPct val="90000"/>
            </a:lnSpc>
            <a:spcBef>
              <a:spcPct val="0"/>
            </a:spcBef>
            <a:spcAft>
              <a:spcPct val="35000"/>
            </a:spcAft>
            <a:buNone/>
          </a:pPr>
          <a:r>
            <a:rPr lang="de-CH" sz="2300" kern="1200" dirty="0"/>
            <a:t>Inkonsistente Verwendung von http-</a:t>
          </a:r>
          <a:r>
            <a:rPr lang="de-CH" sz="2300" kern="1200" dirty="0" err="1"/>
            <a:t>Requests</a:t>
          </a:r>
          <a:endParaRPr lang="en-US" sz="2300" kern="1200" dirty="0"/>
        </a:p>
      </dsp:txBody>
      <dsp:txXfrm>
        <a:off x="7171754" y="1008002"/>
        <a:ext cx="2682428" cy="16655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84EBEAF-8B4B-45DC-A614-217E0D3891E6}">
      <dsp:nvSpPr>
        <dsp:cNvPr id="0" name=""/>
        <dsp:cNvSpPr/>
      </dsp:nvSpPr>
      <dsp:spPr>
        <a:xfrm>
          <a:off x="0" y="392"/>
          <a:ext cx="9982992" cy="0"/>
        </a:xfrm>
        <a:prstGeom prst="line">
          <a:avLst/>
        </a:prstGeom>
        <a:gradFill rotWithShape="0">
          <a:gsLst>
            <a:gs pos="0">
              <a:schemeClr val="accent5">
                <a:hueOff val="0"/>
                <a:satOff val="0"/>
                <a:lumOff val="0"/>
                <a:alphaOff val="0"/>
                <a:tint val="96000"/>
                <a:lumMod val="104000"/>
              </a:schemeClr>
            </a:gs>
            <a:gs pos="100000">
              <a:schemeClr val="accent5">
                <a:hueOff val="0"/>
                <a:satOff val="0"/>
                <a:lumOff val="0"/>
                <a:alphaOff val="0"/>
                <a:shade val="84000"/>
                <a:lumMod val="84000"/>
              </a:schemeClr>
            </a:gs>
          </a:gsLst>
          <a:lin ang="5400000" scaled="0"/>
        </a:gradFill>
        <a:ln w="9525" cap="rnd" cmpd="sng" algn="ctr">
          <a:solidFill>
            <a:schemeClr val="accent5">
              <a:hueOff val="0"/>
              <a:satOff val="0"/>
              <a:lumOff val="0"/>
              <a:alphaOff val="0"/>
            </a:schemeClr>
          </a:solidFill>
          <a:prstDash val="solid"/>
        </a:ln>
        <a:effectLst>
          <a:innerShdw blurRad="50800" dist="25400" dir="13500000">
            <a:srgbClr val="000000">
              <a:alpha val="55000"/>
            </a:srgbClr>
          </a:innerShdw>
        </a:effectLst>
      </dsp:spPr>
      <dsp:style>
        <a:lnRef idx="1">
          <a:scrgbClr r="0" g="0" b="0"/>
        </a:lnRef>
        <a:fillRef idx="3">
          <a:scrgbClr r="0" g="0" b="0"/>
        </a:fillRef>
        <a:effectRef idx="2">
          <a:scrgbClr r="0" g="0" b="0"/>
        </a:effectRef>
        <a:fontRef idx="minor">
          <a:schemeClr val="lt1"/>
        </a:fontRef>
      </dsp:style>
    </dsp:sp>
    <dsp:sp modelId="{B1BEDD63-A24B-4B4C-BE63-43F789EE5A9B}">
      <dsp:nvSpPr>
        <dsp:cNvPr id="0" name=""/>
        <dsp:cNvSpPr/>
      </dsp:nvSpPr>
      <dsp:spPr>
        <a:xfrm>
          <a:off x="0" y="392"/>
          <a:ext cx="9982992" cy="6437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de-DE" sz="2900" kern="1200" dirty="0"/>
            <a:t>Stack Overflow 		</a:t>
          </a:r>
          <a:r>
            <a:rPr lang="de-DE" sz="2900" kern="1200" dirty="0">
              <a:sym typeface="Wingdings" panose="05000000000000000000" pitchFamily="2" charset="2"/>
            </a:rPr>
            <a:t> </a:t>
          </a:r>
          <a:r>
            <a:rPr lang="de-CH" sz="2900" kern="1200" dirty="0">
              <a:hlinkClick xmlns:r="http://schemas.openxmlformats.org/officeDocument/2006/relationships" r:id="rId1"/>
            </a:rPr>
            <a:t>https://stackoverflow.com</a:t>
          </a:r>
          <a:endParaRPr lang="de-CH" sz="2900" kern="1200" dirty="0"/>
        </a:p>
      </dsp:txBody>
      <dsp:txXfrm>
        <a:off x="0" y="392"/>
        <a:ext cx="9982992" cy="643732"/>
      </dsp:txXfrm>
    </dsp:sp>
    <dsp:sp modelId="{974648E8-C7C6-407D-A088-0F3AC4500E26}">
      <dsp:nvSpPr>
        <dsp:cNvPr id="0" name=""/>
        <dsp:cNvSpPr/>
      </dsp:nvSpPr>
      <dsp:spPr>
        <a:xfrm>
          <a:off x="0" y="644125"/>
          <a:ext cx="9982992" cy="0"/>
        </a:xfrm>
        <a:prstGeom prst="line">
          <a:avLst/>
        </a:prstGeom>
        <a:gradFill rotWithShape="0">
          <a:gsLst>
            <a:gs pos="0">
              <a:schemeClr val="accent5">
                <a:hueOff val="398089"/>
                <a:satOff val="-3493"/>
                <a:lumOff val="2745"/>
                <a:alphaOff val="0"/>
                <a:tint val="96000"/>
                <a:lumMod val="104000"/>
              </a:schemeClr>
            </a:gs>
            <a:gs pos="100000">
              <a:schemeClr val="accent5">
                <a:hueOff val="398089"/>
                <a:satOff val="-3493"/>
                <a:lumOff val="2745"/>
                <a:alphaOff val="0"/>
                <a:shade val="84000"/>
                <a:lumMod val="84000"/>
              </a:schemeClr>
            </a:gs>
          </a:gsLst>
          <a:lin ang="5400000" scaled="0"/>
        </a:gradFill>
        <a:ln w="9525" cap="rnd" cmpd="sng" algn="ctr">
          <a:solidFill>
            <a:schemeClr val="accent5">
              <a:hueOff val="398089"/>
              <a:satOff val="-3493"/>
              <a:lumOff val="2745"/>
              <a:alphaOff val="0"/>
            </a:schemeClr>
          </a:solidFill>
          <a:prstDash val="solid"/>
        </a:ln>
        <a:effectLst>
          <a:innerShdw blurRad="50800" dist="25400" dir="13500000">
            <a:srgbClr val="000000">
              <a:alpha val="55000"/>
            </a:srgbClr>
          </a:innerShdw>
        </a:effectLst>
      </dsp:spPr>
      <dsp:style>
        <a:lnRef idx="1">
          <a:scrgbClr r="0" g="0" b="0"/>
        </a:lnRef>
        <a:fillRef idx="3">
          <a:scrgbClr r="0" g="0" b="0"/>
        </a:fillRef>
        <a:effectRef idx="2">
          <a:scrgbClr r="0" g="0" b="0"/>
        </a:effectRef>
        <a:fontRef idx="minor">
          <a:schemeClr val="lt1"/>
        </a:fontRef>
      </dsp:style>
    </dsp:sp>
    <dsp:sp modelId="{11741146-DF03-47EA-BBB9-1CC165BA3294}">
      <dsp:nvSpPr>
        <dsp:cNvPr id="0" name=""/>
        <dsp:cNvSpPr/>
      </dsp:nvSpPr>
      <dsp:spPr>
        <a:xfrm>
          <a:off x="0" y="644125"/>
          <a:ext cx="9982992" cy="6437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de-DE" sz="2900" kern="1200" dirty="0"/>
            <a:t>Microsoft Dokumentation </a:t>
          </a:r>
          <a:r>
            <a:rPr lang="de-DE" sz="2900" kern="1200" dirty="0">
              <a:sym typeface="Wingdings" panose="05000000000000000000" pitchFamily="2" charset="2"/>
            </a:rPr>
            <a:t> </a:t>
          </a:r>
          <a:r>
            <a:rPr lang="de-CH" sz="2900" kern="1200" dirty="0">
              <a:hlinkClick xmlns:r="http://schemas.openxmlformats.org/officeDocument/2006/relationships" r:id="rId2"/>
            </a:rPr>
            <a:t>https://docs.microsoft.com</a:t>
          </a:r>
          <a:r>
            <a:rPr lang="de-CH" sz="2900" kern="1200" dirty="0"/>
            <a:t> </a:t>
          </a:r>
          <a:r>
            <a:rPr lang="de-DE" sz="2900" kern="1200" dirty="0">
              <a:sym typeface="Wingdings" panose="05000000000000000000" pitchFamily="2" charset="2"/>
            </a:rPr>
            <a:t> </a:t>
          </a:r>
          <a:endParaRPr lang="de-CH" sz="2900" kern="1200" dirty="0"/>
        </a:p>
      </dsp:txBody>
      <dsp:txXfrm>
        <a:off x="0" y="644125"/>
        <a:ext cx="9982992" cy="643732"/>
      </dsp:txXfrm>
    </dsp:sp>
    <dsp:sp modelId="{D2ECB220-B136-4EE6-84E5-80855960187B}">
      <dsp:nvSpPr>
        <dsp:cNvPr id="0" name=""/>
        <dsp:cNvSpPr/>
      </dsp:nvSpPr>
      <dsp:spPr>
        <a:xfrm>
          <a:off x="0" y="1287858"/>
          <a:ext cx="9982992" cy="0"/>
        </a:xfrm>
        <a:prstGeom prst="line">
          <a:avLst/>
        </a:prstGeom>
        <a:gradFill rotWithShape="0">
          <a:gsLst>
            <a:gs pos="0">
              <a:schemeClr val="accent5">
                <a:hueOff val="796177"/>
                <a:satOff val="-6986"/>
                <a:lumOff val="5490"/>
                <a:alphaOff val="0"/>
                <a:tint val="96000"/>
                <a:lumMod val="104000"/>
              </a:schemeClr>
            </a:gs>
            <a:gs pos="100000">
              <a:schemeClr val="accent5">
                <a:hueOff val="796177"/>
                <a:satOff val="-6986"/>
                <a:lumOff val="5490"/>
                <a:alphaOff val="0"/>
                <a:shade val="84000"/>
                <a:lumMod val="84000"/>
              </a:schemeClr>
            </a:gs>
          </a:gsLst>
          <a:lin ang="5400000" scaled="0"/>
        </a:gradFill>
        <a:ln w="9525" cap="rnd" cmpd="sng" algn="ctr">
          <a:solidFill>
            <a:schemeClr val="accent5">
              <a:hueOff val="796177"/>
              <a:satOff val="-6986"/>
              <a:lumOff val="5490"/>
              <a:alphaOff val="0"/>
            </a:schemeClr>
          </a:solidFill>
          <a:prstDash val="solid"/>
        </a:ln>
        <a:effectLst>
          <a:innerShdw blurRad="50800" dist="25400" dir="13500000">
            <a:srgbClr val="000000">
              <a:alpha val="55000"/>
            </a:srgbClr>
          </a:innerShdw>
        </a:effectLst>
      </dsp:spPr>
      <dsp:style>
        <a:lnRef idx="1">
          <a:scrgbClr r="0" g="0" b="0"/>
        </a:lnRef>
        <a:fillRef idx="3">
          <a:scrgbClr r="0" g="0" b="0"/>
        </a:fillRef>
        <a:effectRef idx="2">
          <a:scrgbClr r="0" g="0" b="0"/>
        </a:effectRef>
        <a:fontRef idx="minor">
          <a:schemeClr val="lt1"/>
        </a:fontRef>
      </dsp:style>
    </dsp:sp>
    <dsp:sp modelId="{08CBD920-D51E-4968-8C99-100C302C9B28}">
      <dsp:nvSpPr>
        <dsp:cNvPr id="0" name=""/>
        <dsp:cNvSpPr/>
      </dsp:nvSpPr>
      <dsp:spPr>
        <a:xfrm>
          <a:off x="0" y="1287858"/>
          <a:ext cx="9982992" cy="6437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de-CH" sz="2900" kern="1200" dirty="0"/>
            <a:t>GitHub 			</a:t>
          </a:r>
          <a:r>
            <a:rPr lang="de-CH" sz="2900" kern="1200" dirty="0">
              <a:sym typeface="Wingdings" panose="05000000000000000000" pitchFamily="2" charset="2"/>
            </a:rPr>
            <a:t> </a:t>
          </a:r>
          <a:r>
            <a:rPr lang="de-CH" sz="2900" kern="1200" dirty="0">
              <a:hlinkClick xmlns:r="http://schemas.openxmlformats.org/officeDocument/2006/relationships" r:id="rId3"/>
            </a:rPr>
            <a:t>https://github.com</a:t>
          </a:r>
          <a:r>
            <a:rPr lang="de-CH" sz="2900" kern="1200" dirty="0"/>
            <a:t> </a:t>
          </a:r>
        </a:p>
      </dsp:txBody>
      <dsp:txXfrm>
        <a:off x="0" y="1287858"/>
        <a:ext cx="9982992" cy="643732"/>
      </dsp:txXfrm>
    </dsp:sp>
    <dsp:sp modelId="{CD5DEFA4-FC9E-4E50-B6D5-6F9A430C09C0}">
      <dsp:nvSpPr>
        <dsp:cNvPr id="0" name=""/>
        <dsp:cNvSpPr/>
      </dsp:nvSpPr>
      <dsp:spPr>
        <a:xfrm>
          <a:off x="0" y="1931591"/>
          <a:ext cx="9982992" cy="0"/>
        </a:xfrm>
        <a:prstGeom prst="line">
          <a:avLst/>
        </a:prstGeom>
        <a:gradFill rotWithShape="0">
          <a:gsLst>
            <a:gs pos="0">
              <a:schemeClr val="accent5">
                <a:hueOff val="1194266"/>
                <a:satOff val="-10480"/>
                <a:lumOff val="8235"/>
                <a:alphaOff val="0"/>
                <a:tint val="96000"/>
                <a:lumMod val="104000"/>
              </a:schemeClr>
            </a:gs>
            <a:gs pos="100000">
              <a:schemeClr val="accent5">
                <a:hueOff val="1194266"/>
                <a:satOff val="-10480"/>
                <a:lumOff val="8235"/>
                <a:alphaOff val="0"/>
                <a:shade val="84000"/>
                <a:lumMod val="84000"/>
              </a:schemeClr>
            </a:gs>
          </a:gsLst>
          <a:lin ang="5400000" scaled="0"/>
        </a:gradFill>
        <a:ln w="9525" cap="rnd" cmpd="sng" algn="ctr">
          <a:solidFill>
            <a:schemeClr val="accent5">
              <a:hueOff val="1194266"/>
              <a:satOff val="-10480"/>
              <a:lumOff val="8235"/>
              <a:alphaOff val="0"/>
            </a:schemeClr>
          </a:solidFill>
          <a:prstDash val="solid"/>
        </a:ln>
        <a:effectLst>
          <a:innerShdw blurRad="50800" dist="25400" dir="13500000">
            <a:srgbClr val="000000">
              <a:alpha val="55000"/>
            </a:srgbClr>
          </a:innerShdw>
        </a:effectLst>
      </dsp:spPr>
      <dsp:style>
        <a:lnRef idx="1">
          <a:scrgbClr r="0" g="0" b="0"/>
        </a:lnRef>
        <a:fillRef idx="3">
          <a:scrgbClr r="0" g="0" b="0"/>
        </a:fillRef>
        <a:effectRef idx="2">
          <a:scrgbClr r="0" g="0" b="0"/>
        </a:effectRef>
        <a:fontRef idx="minor">
          <a:schemeClr val="lt1"/>
        </a:fontRef>
      </dsp:style>
    </dsp:sp>
    <dsp:sp modelId="{19B43A0B-B17A-42C3-8262-2D3BD76AF095}">
      <dsp:nvSpPr>
        <dsp:cNvPr id="0" name=""/>
        <dsp:cNvSpPr/>
      </dsp:nvSpPr>
      <dsp:spPr>
        <a:xfrm>
          <a:off x="0" y="1931591"/>
          <a:ext cx="9982992" cy="6437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de-DE" sz="2900" kern="1200" dirty="0"/>
            <a:t>PHP-Dokumentation 	</a:t>
          </a:r>
          <a:r>
            <a:rPr lang="de-DE" sz="2900" kern="1200" dirty="0">
              <a:sym typeface="Wingdings" panose="05000000000000000000" pitchFamily="2" charset="2"/>
            </a:rPr>
            <a:t> </a:t>
          </a:r>
          <a:r>
            <a:rPr lang="de-CH" sz="2900" kern="1200" dirty="0">
              <a:hlinkClick xmlns:r="http://schemas.openxmlformats.org/officeDocument/2006/relationships" r:id="rId4"/>
            </a:rPr>
            <a:t>https://www.php.net/docs.php</a:t>
          </a:r>
          <a:r>
            <a:rPr lang="de-CH" sz="2900" kern="1200" dirty="0"/>
            <a:t> </a:t>
          </a:r>
        </a:p>
      </dsp:txBody>
      <dsp:txXfrm>
        <a:off x="0" y="1931591"/>
        <a:ext cx="9982992" cy="643732"/>
      </dsp:txXfrm>
    </dsp:sp>
    <dsp:sp modelId="{BCDD0124-E17E-43B1-83E3-EAC231157F40}">
      <dsp:nvSpPr>
        <dsp:cNvPr id="0" name=""/>
        <dsp:cNvSpPr/>
      </dsp:nvSpPr>
      <dsp:spPr>
        <a:xfrm>
          <a:off x="0" y="2575324"/>
          <a:ext cx="9982992" cy="0"/>
        </a:xfrm>
        <a:prstGeom prst="line">
          <a:avLst/>
        </a:prstGeom>
        <a:gradFill rotWithShape="0">
          <a:gsLst>
            <a:gs pos="0">
              <a:schemeClr val="accent5">
                <a:hueOff val="1592355"/>
                <a:satOff val="-13973"/>
                <a:lumOff val="10980"/>
                <a:alphaOff val="0"/>
                <a:tint val="96000"/>
                <a:lumMod val="104000"/>
              </a:schemeClr>
            </a:gs>
            <a:gs pos="100000">
              <a:schemeClr val="accent5">
                <a:hueOff val="1592355"/>
                <a:satOff val="-13973"/>
                <a:lumOff val="10980"/>
                <a:alphaOff val="0"/>
                <a:shade val="84000"/>
                <a:lumMod val="84000"/>
              </a:schemeClr>
            </a:gs>
          </a:gsLst>
          <a:lin ang="5400000" scaled="0"/>
        </a:gradFill>
        <a:ln w="9525" cap="rnd" cmpd="sng" algn="ctr">
          <a:solidFill>
            <a:schemeClr val="accent5">
              <a:hueOff val="1592355"/>
              <a:satOff val="-13973"/>
              <a:lumOff val="10980"/>
              <a:alphaOff val="0"/>
            </a:schemeClr>
          </a:solidFill>
          <a:prstDash val="solid"/>
        </a:ln>
        <a:effectLst>
          <a:innerShdw blurRad="50800" dist="25400" dir="13500000">
            <a:srgbClr val="000000">
              <a:alpha val="55000"/>
            </a:srgbClr>
          </a:innerShdw>
        </a:effectLst>
      </dsp:spPr>
      <dsp:style>
        <a:lnRef idx="1">
          <a:scrgbClr r="0" g="0" b="0"/>
        </a:lnRef>
        <a:fillRef idx="3">
          <a:scrgbClr r="0" g="0" b="0"/>
        </a:fillRef>
        <a:effectRef idx="2">
          <a:scrgbClr r="0" g="0" b="0"/>
        </a:effectRef>
        <a:fontRef idx="minor">
          <a:schemeClr val="lt1"/>
        </a:fontRef>
      </dsp:style>
    </dsp:sp>
    <dsp:sp modelId="{36B3A5B8-B50C-4E40-B3EC-3A2B52649CAA}">
      <dsp:nvSpPr>
        <dsp:cNvPr id="0" name=""/>
        <dsp:cNvSpPr/>
      </dsp:nvSpPr>
      <dsp:spPr>
        <a:xfrm>
          <a:off x="0" y="2575324"/>
          <a:ext cx="9982992" cy="64373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de-CH" sz="2900" kern="1200" dirty="0"/>
            <a:t>Gemini 			</a:t>
          </a:r>
          <a:r>
            <a:rPr lang="de-CH" sz="2900" kern="1200" dirty="0">
              <a:sym typeface="Wingdings" panose="05000000000000000000" pitchFamily="2" charset="2"/>
            </a:rPr>
            <a:t> </a:t>
          </a:r>
          <a:r>
            <a:rPr lang="de-CH" sz="2900" kern="1200" dirty="0">
              <a:sym typeface="Wingdings" panose="05000000000000000000" pitchFamily="2" charset="2"/>
              <a:hlinkClick xmlns:r="http://schemas.openxmlformats.org/officeDocument/2006/relationships" r:id="rId5"/>
            </a:rPr>
            <a:t>https://gemini.google.com</a:t>
          </a:r>
          <a:r>
            <a:rPr lang="de-CH" sz="2900" kern="1200" dirty="0">
              <a:sym typeface="Wingdings" panose="05000000000000000000" pitchFamily="2" charset="2"/>
            </a:rPr>
            <a:t> </a:t>
          </a:r>
          <a:endParaRPr lang="de-CH" sz="2900" kern="1200" dirty="0"/>
        </a:p>
      </dsp:txBody>
      <dsp:txXfrm>
        <a:off x="0" y="2575324"/>
        <a:ext cx="9982992" cy="643732"/>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CB0E4306-A9FD-C9A4-570D-AF4B38CB3C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a:extLst>
              <a:ext uri="{FF2B5EF4-FFF2-40B4-BE49-F238E27FC236}">
                <a16:creationId xmlns:a16="http://schemas.microsoft.com/office/drawing/2014/main" id="{D6B1D7D7-601F-62D9-9178-E37653EC2F3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44BAF1F-8C39-4414-8C74-C895C5798F0A}" type="datetimeFigureOut">
              <a:rPr lang="de-CH" smtClean="0"/>
              <a:t>03.07.2025</a:t>
            </a:fld>
            <a:endParaRPr lang="de-CH"/>
          </a:p>
        </p:txBody>
      </p:sp>
      <p:sp>
        <p:nvSpPr>
          <p:cNvPr id="4" name="Fußzeilenplatzhalter 3">
            <a:extLst>
              <a:ext uri="{FF2B5EF4-FFF2-40B4-BE49-F238E27FC236}">
                <a16:creationId xmlns:a16="http://schemas.microsoft.com/office/drawing/2014/main" id="{FF01858F-1344-5A8C-F7E0-FBE724FD97B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Foliennummernplatzhalter 4">
            <a:extLst>
              <a:ext uri="{FF2B5EF4-FFF2-40B4-BE49-F238E27FC236}">
                <a16:creationId xmlns:a16="http://schemas.microsoft.com/office/drawing/2014/main" id="{9931C662-FCED-32AA-5800-BD60FA88C95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6A1C6EC-5580-47BA-A6B8-82A7BF4260E6}" type="slidenum">
              <a:rPr lang="de-CH" smtClean="0"/>
              <a:t>‹Nr.›</a:t>
            </a:fld>
            <a:endParaRPr lang="de-CH"/>
          </a:p>
        </p:txBody>
      </p:sp>
    </p:spTree>
    <p:extLst>
      <p:ext uri="{BB962C8B-B14F-4D97-AF65-F5344CB8AC3E}">
        <p14:creationId xmlns:p14="http://schemas.microsoft.com/office/powerpoint/2010/main" val="526680450"/>
      </p:ext>
    </p:extLst>
  </p:cSld>
  <p:clrMap bg1="lt1" tx1="dk1" bg2="lt2" tx2="dk2" accent1="accent1" accent2="accent2" accent3="accent3" accent4="accent4" accent5="accent5" accent6="accent6" hlink="hlink" folHlink="folHlink"/>
  <p:hf hdr="0" ftr="0" dt="0"/>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0A5E45-F3FD-470B-A6F8-568D89AC2C4F}" type="datetimeFigureOut">
              <a:rPr lang="de-CH" smtClean="0"/>
              <a:t>03.07.2025</a:t>
            </a:fld>
            <a:endParaRPr lang="de-CH"/>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62896A1-7A7D-4D4A-9D13-6BD00B7CA0F7}" type="slidenum">
              <a:rPr lang="de-CH" smtClean="0"/>
              <a:t>‹Nr.›</a:t>
            </a:fld>
            <a:endParaRPr lang="de-CH"/>
          </a:p>
        </p:txBody>
      </p:sp>
    </p:spTree>
    <p:extLst>
      <p:ext uri="{BB962C8B-B14F-4D97-AF65-F5344CB8AC3E}">
        <p14:creationId xmlns:p14="http://schemas.microsoft.com/office/powerpoint/2010/main" val="12879689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b="1" dirty="0"/>
              <a:t>"</a:t>
            </a:r>
            <a:r>
              <a:rPr lang="de-DE" b="1" dirty="0" err="1"/>
              <a:t>NooThesi</a:t>
            </a:r>
            <a:r>
              <a:rPr lang="de-DE" b="1" dirty="0"/>
              <a:t>„</a:t>
            </a:r>
          </a:p>
          <a:p>
            <a:r>
              <a:rPr lang="de-DE" b="1" dirty="0"/>
              <a:t>"</a:t>
            </a:r>
            <a:r>
              <a:rPr lang="de-DE" b="1" dirty="0" err="1"/>
              <a:t>Νους</a:t>
            </a:r>
            <a:r>
              <a:rPr lang="de-DE" b="1" dirty="0"/>
              <a:t>" (Nous)</a:t>
            </a:r>
            <a:r>
              <a:rPr lang="de-DE" dirty="0"/>
              <a:t>: Dies bedeutet "Geist", "Verstand", "Intelligenz" oder </a:t>
            </a:r>
            <a:r>
              <a:rPr lang="de-DE" b="1" dirty="0"/>
              <a:t>"Wissen". </a:t>
            </a:r>
          </a:p>
          <a:p>
            <a:r>
              <a:rPr lang="de-DE" b="1" dirty="0"/>
              <a:t>"</a:t>
            </a:r>
            <a:r>
              <a:rPr lang="de-DE" b="1" dirty="0" err="1"/>
              <a:t>Θέσις</a:t>
            </a:r>
            <a:r>
              <a:rPr lang="de-DE" b="1" dirty="0"/>
              <a:t>" (Thesis)</a:t>
            </a:r>
            <a:r>
              <a:rPr lang="de-DE" dirty="0"/>
              <a:t>: Dies bedeutet "Platzierung", "Anordnung", "Position" oder </a:t>
            </a:r>
            <a:r>
              <a:rPr lang="de-DE" b="1" dirty="0"/>
              <a:t>"Festsetzung".</a:t>
            </a:r>
          </a:p>
          <a:p>
            <a:endParaRPr lang="de-DE" dirty="0"/>
          </a:p>
          <a:p>
            <a:r>
              <a:rPr lang="de-DE" b="1" dirty="0"/>
              <a:t>Zusammen</a:t>
            </a:r>
            <a:r>
              <a:rPr lang="de-DE" dirty="0"/>
              <a:t>: Wissen Festsetzen</a:t>
            </a:r>
          </a:p>
          <a:p>
            <a:endParaRPr lang="de-DE" dirty="0"/>
          </a:p>
          <a:p>
            <a:endParaRPr lang="de-CH" dirty="0"/>
          </a:p>
        </p:txBody>
      </p:sp>
      <p:sp>
        <p:nvSpPr>
          <p:cNvPr id="4" name="Foliennummernplatzhalter 3"/>
          <p:cNvSpPr>
            <a:spLocks noGrp="1"/>
          </p:cNvSpPr>
          <p:nvPr>
            <p:ph type="sldNum" sz="quarter" idx="5"/>
          </p:nvPr>
        </p:nvSpPr>
        <p:spPr/>
        <p:txBody>
          <a:bodyPr/>
          <a:lstStyle/>
          <a:p>
            <a:fld id="{C62896A1-7A7D-4D4A-9D13-6BD00B7CA0F7}" type="slidenum">
              <a:rPr lang="de-CH" smtClean="0"/>
              <a:t>1</a:t>
            </a:fld>
            <a:endParaRPr lang="de-CH"/>
          </a:p>
        </p:txBody>
      </p:sp>
    </p:spTree>
    <p:extLst>
      <p:ext uri="{BB962C8B-B14F-4D97-AF65-F5344CB8AC3E}">
        <p14:creationId xmlns:p14="http://schemas.microsoft.com/office/powerpoint/2010/main" val="18136367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171450" indent="-171450" algn="l">
              <a:buFont typeface="Symbol" panose="05050102010706020507" pitchFamily="18" charset="2"/>
              <a:buChar char="-"/>
            </a:pPr>
            <a:r>
              <a:rPr lang="de-DE" b="0" i="0" dirty="0">
                <a:effectLst/>
                <a:latin typeface="-apple-system"/>
              </a:rPr>
              <a:t>Thema</a:t>
            </a:r>
          </a:p>
          <a:p>
            <a:pPr marL="171450" indent="-171450" algn="l">
              <a:buFont typeface="Symbol" panose="05050102010706020507" pitchFamily="18" charset="2"/>
              <a:buChar char="-"/>
            </a:pPr>
            <a:r>
              <a:rPr lang="de-DE" b="0" i="0" dirty="0">
                <a:effectLst/>
                <a:latin typeface="-apple-system"/>
              </a:rPr>
              <a:t>Ziele</a:t>
            </a:r>
          </a:p>
          <a:p>
            <a:pPr marL="171450" indent="-171450" algn="l">
              <a:buFont typeface="Symbol" panose="05050102010706020507" pitchFamily="18" charset="2"/>
              <a:buChar char="-"/>
            </a:pPr>
            <a:r>
              <a:rPr lang="de-DE" b="0" i="0" dirty="0">
                <a:effectLst/>
                <a:latin typeface="-apple-system"/>
              </a:rPr>
              <a:t>Pros/Contras </a:t>
            </a:r>
          </a:p>
          <a:p>
            <a:pPr marL="171450" indent="-171450" algn="l">
              <a:buFont typeface="Symbol" panose="05050102010706020507" pitchFamily="18" charset="2"/>
              <a:buChar char="-"/>
            </a:pPr>
            <a:r>
              <a:rPr lang="de-DE" b="0" i="0" dirty="0">
                <a:effectLst/>
                <a:latin typeface="-apple-system"/>
              </a:rPr>
              <a:t>Datenbank</a:t>
            </a:r>
          </a:p>
          <a:p>
            <a:pPr marL="171450" indent="-171450" algn="l">
              <a:buFont typeface="Symbol" panose="05050102010706020507" pitchFamily="18" charset="2"/>
              <a:buChar char="-"/>
            </a:pPr>
            <a:r>
              <a:rPr lang="de-DE" b="0" i="0" dirty="0">
                <a:effectLst/>
                <a:latin typeface="-apple-system"/>
              </a:rPr>
              <a:t>Demonstration</a:t>
            </a:r>
          </a:p>
          <a:p>
            <a:pPr marL="171450" indent="-171450" algn="l">
              <a:buFont typeface="Symbol" panose="05050102010706020507" pitchFamily="18" charset="2"/>
              <a:buChar char="-"/>
            </a:pPr>
            <a:r>
              <a:rPr lang="de-DE" b="0" i="0" dirty="0">
                <a:effectLst/>
                <a:latin typeface="-apple-system"/>
              </a:rPr>
              <a:t>Fazit</a:t>
            </a:r>
          </a:p>
          <a:p>
            <a:pPr marL="171450" indent="-171450" algn="l">
              <a:buFont typeface="Symbol" panose="05050102010706020507" pitchFamily="18" charset="2"/>
              <a:buChar char="-"/>
            </a:pPr>
            <a:r>
              <a:rPr lang="de-DE" b="0" i="0" dirty="0">
                <a:effectLst/>
                <a:latin typeface="-apple-system"/>
              </a:rPr>
              <a:t>Quellenverzeichnis</a:t>
            </a:r>
            <a:endParaRPr lang="de-CH" dirty="0"/>
          </a:p>
          <a:p>
            <a:endParaRPr lang="de-CH" dirty="0"/>
          </a:p>
        </p:txBody>
      </p:sp>
      <p:sp>
        <p:nvSpPr>
          <p:cNvPr id="4" name="Foliennummernplatzhalter 3"/>
          <p:cNvSpPr>
            <a:spLocks noGrp="1"/>
          </p:cNvSpPr>
          <p:nvPr>
            <p:ph type="sldNum" sz="quarter" idx="5"/>
          </p:nvPr>
        </p:nvSpPr>
        <p:spPr/>
        <p:txBody>
          <a:bodyPr/>
          <a:lstStyle/>
          <a:p>
            <a:fld id="{C62896A1-7A7D-4D4A-9D13-6BD00B7CA0F7}" type="slidenum">
              <a:rPr lang="de-CH" smtClean="0"/>
              <a:t>2</a:t>
            </a:fld>
            <a:endParaRPr lang="de-CH"/>
          </a:p>
        </p:txBody>
      </p:sp>
    </p:spTree>
    <p:extLst>
      <p:ext uri="{BB962C8B-B14F-4D97-AF65-F5344CB8AC3E}">
        <p14:creationId xmlns:p14="http://schemas.microsoft.com/office/powerpoint/2010/main" val="32236898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171450" indent="-171450">
              <a:buFont typeface="Symbol" panose="05050102010706020507" pitchFamily="18" charset="2"/>
              <a:buChar char="-"/>
            </a:pPr>
            <a:r>
              <a:rPr lang="de-CH" dirty="0"/>
              <a:t>Im ZLI-Flashcard-App mit React Native &amp; </a:t>
            </a:r>
            <a:r>
              <a:rPr lang="de-CH" dirty="0" err="1"/>
              <a:t>TypeScript</a:t>
            </a:r>
            <a:r>
              <a:rPr lang="de-CH" dirty="0"/>
              <a:t> → viel Freude gemacht</a:t>
            </a:r>
          </a:p>
          <a:p>
            <a:pPr marL="171450" indent="-171450">
              <a:buFont typeface="Symbol" panose="05050102010706020507" pitchFamily="18" charset="2"/>
              <a:buChar char="-"/>
            </a:pPr>
            <a:r>
              <a:rPr lang="de-CH" dirty="0"/>
              <a:t>Idee fürs Abschlussprojekt: Flashcard-Desktop-App</a:t>
            </a:r>
          </a:p>
          <a:p>
            <a:pPr marL="171450" indent="-171450">
              <a:buFont typeface="Symbol" panose="05050102010706020507" pitchFamily="18" charset="2"/>
              <a:buChar char="-"/>
            </a:pPr>
            <a:r>
              <a:rPr lang="de-CH" dirty="0"/>
              <a:t>Ziel: mit C# arbeiten, Erfahrung sammeln</a:t>
            </a:r>
          </a:p>
          <a:p>
            <a:pPr marL="171450" indent="-171450">
              <a:buFont typeface="Symbol" panose="05050102010706020507" pitchFamily="18" charset="2"/>
              <a:buChar char="-"/>
            </a:pPr>
            <a:r>
              <a:rPr lang="de-CH" dirty="0"/>
              <a:t>App kombiniert: Datenbank + nützliches Tool für Schüler</a:t>
            </a:r>
          </a:p>
          <a:p>
            <a:pPr marL="171450" indent="-171450">
              <a:buFont typeface="Symbol" panose="05050102010706020507" pitchFamily="18" charset="2"/>
              <a:buChar char="-"/>
            </a:pPr>
            <a:r>
              <a:rPr lang="de-CH" dirty="0"/>
              <a:t>Viele Möglichkeiten mit Relationaler Datenbank</a:t>
            </a:r>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r>
              <a:rPr lang="de-DE" b="1" dirty="0"/>
              <a:t>"</a:t>
            </a:r>
            <a:r>
              <a:rPr lang="de-DE" b="1" dirty="0" err="1"/>
              <a:t>NooThesi</a:t>
            </a:r>
            <a:r>
              <a:rPr lang="de-DE" b="1" dirty="0"/>
              <a:t>„</a:t>
            </a:r>
          </a:p>
          <a:p>
            <a:r>
              <a:rPr lang="de-DE" b="1" dirty="0"/>
              <a:t>"</a:t>
            </a:r>
            <a:r>
              <a:rPr lang="de-DE" b="1" dirty="0" err="1"/>
              <a:t>Νους</a:t>
            </a:r>
            <a:r>
              <a:rPr lang="de-DE" b="1" dirty="0"/>
              <a:t>" (Nous)</a:t>
            </a:r>
            <a:r>
              <a:rPr lang="de-DE" dirty="0"/>
              <a:t>: Dies bedeutet "Geist", "Verstand", "Intelligenz" oder </a:t>
            </a:r>
            <a:r>
              <a:rPr lang="de-DE" b="1" dirty="0"/>
              <a:t>"Wissen". </a:t>
            </a:r>
          </a:p>
          <a:p>
            <a:r>
              <a:rPr lang="de-DE" b="1" dirty="0"/>
              <a:t>"</a:t>
            </a:r>
            <a:r>
              <a:rPr lang="de-DE" b="1" dirty="0" err="1"/>
              <a:t>Θέσις</a:t>
            </a:r>
            <a:r>
              <a:rPr lang="de-DE" b="1" dirty="0"/>
              <a:t>" (Thesis)</a:t>
            </a:r>
            <a:r>
              <a:rPr lang="de-DE" dirty="0"/>
              <a:t>: Dies bedeutet "Platzierung", "Anordnung", "Position" oder </a:t>
            </a:r>
            <a:r>
              <a:rPr lang="de-DE" b="1" dirty="0"/>
              <a:t>"Festsetzung".</a:t>
            </a:r>
          </a:p>
          <a:p>
            <a:endParaRPr lang="de-DE" dirty="0"/>
          </a:p>
          <a:p>
            <a:r>
              <a:rPr lang="de-DE" b="1" dirty="0"/>
              <a:t>Zusammen</a:t>
            </a:r>
            <a:r>
              <a:rPr lang="de-DE" dirty="0"/>
              <a:t>: Wissen Festsetzen</a:t>
            </a:r>
          </a:p>
          <a:p>
            <a:endParaRPr lang="de-DE" dirty="0"/>
          </a:p>
          <a:p>
            <a:pPr marL="0" indent="0">
              <a:buFont typeface="Symbol" panose="05050102010706020507" pitchFamily="18" charset="2"/>
              <a:buNone/>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0" indent="0">
              <a:buFont typeface="Symbol" panose="05050102010706020507" pitchFamily="18" charset="2"/>
              <a:buNone/>
            </a:pPr>
            <a:r>
              <a:rPr lang="de-CH" dirty="0"/>
              <a:t>Vor kurzem haben wir im ZLI eine </a:t>
            </a:r>
            <a:r>
              <a:rPr lang="de-CH" dirty="0" err="1"/>
              <a:t>FlashCard</a:t>
            </a:r>
            <a:r>
              <a:rPr lang="de-CH" dirty="0"/>
              <a:t>-App, ähnlich wie </a:t>
            </a:r>
            <a:r>
              <a:rPr lang="de-CH" dirty="0" err="1"/>
              <a:t>Quizlet</a:t>
            </a:r>
            <a:r>
              <a:rPr lang="de-CH" dirty="0"/>
              <a:t>, für Mobile-Geräte programmiert. Dies setzten wir mit React-Native und </a:t>
            </a:r>
            <a:r>
              <a:rPr lang="de-CH" dirty="0" err="1"/>
              <a:t>Typescript</a:t>
            </a:r>
            <a:r>
              <a:rPr lang="de-CH" dirty="0"/>
              <a:t> um. Mir machte es sehr </a:t>
            </a:r>
            <a:r>
              <a:rPr lang="de-CH" dirty="0" err="1"/>
              <a:t>freude</a:t>
            </a:r>
            <a:r>
              <a:rPr lang="de-CH" dirty="0"/>
              <a:t> an diesem </a:t>
            </a:r>
            <a:r>
              <a:rPr lang="de-CH" dirty="0" err="1"/>
              <a:t>Projektchen</a:t>
            </a:r>
            <a:r>
              <a:rPr lang="de-CH" dirty="0"/>
              <a:t> zu arbeiten, auch weil das Endprodukt ein Nützliches Tool für Schüler sein kann. Als das Abschlussprojekt bevor stand, musste ich mich für eine Idee entscheiden. Für mich war bereits klar, dass ich eine Windows-Desktop-App realisieren werde, da ich Erfahrung mit C# sammeln wollte und dies gut dazu passt. Eine Flashcard-App als Desktop-Applikation war also die Perfekte </a:t>
            </a:r>
            <a:r>
              <a:rPr lang="de-CH" dirty="0" err="1"/>
              <a:t>idee</a:t>
            </a:r>
            <a:r>
              <a:rPr lang="de-CH" dirty="0"/>
              <a:t>. Die ganze App konnte ich dann gut mit Erfahrung mit Datenbanken kombinieren.</a:t>
            </a:r>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p:txBody>
      </p:sp>
      <p:sp>
        <p:nvSpPr>
          <p:cNvPr id="4" name="Foliennummernplatzhalter 3"/>
          <p:cNvSpPr>
            <a:spLocks noGrp="1"/>
          </p:cNvSpPr>
          <p:nvPr>
            <p:ph type="sldNum" sz="quarter" idx="5"/>
          </p:nvPr>
        </p:nvSpPr>
        <p:spPr/>
        <p:txBody>
          <a:bodyPr/>
          <a:lstStyle/>
          <a:p>
            <a:fld id="{C62896A1-7A7D-4D4A-9D13-6BD00B7CA0F7}" type="slidenum">
              <a:rPr lang="de-CH" smtClean="0"/>
              <a:t>3</a:t>
            </a:fld>
            <a:endParaRPr lang="de-CH"/>
          </a:p>
        </p:txBody>
      </p:sp>
    </p:spTree>
    <p:extLst>
      <p:ext uri="{BB962C8B-B14F-4D97-AF65-F5344CB8AC3E}">
        <p14:creationId xmlns:p14="http://schemas.microsoft.com/office/powerpoint/2010/main" val="1861887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171450" indent="-171450">
              <a:buFont typeface="Symbol" panose="05050102010706020507" pitchFamily="18" charset="2"/>
              <a:buChar char="-"/>
            </a:pPr>
            <a:r>
              <a:rPr lang="de-CH" b="1" dirty="0"/>
              <a:t>3 Hauptziele</a:t>
            </a:r>
            <a:r>
              <a:rPr lang="de-CH" dirty="0"/>
              <a:t>: Benutzerverwaltung, Import/Export, Lernen</a:t>
            </a:r>
          </a:p>
          <a:p>
            <a:pPr marL="171450" indent="-171450">
              <a:buFont typeface="Symbol" panose="05050102010706020507" pitchFamily="18" charset="2"/>
              <a:buChar char="-"/>
            </a:pPr>
            <a:r>
              <a:rPr lang="de-CH" dirty="0"/>
              <a:t>Benutzer: eigene Decks, nicht sichtbar für andere</a:t>
            </a:r>
          </a:p>
          <a:p>
            <a:pPr marL="171450" indent="-171450">
              <a:buFont typeface="Symbol" panose="05050102010706020507" pitchFamily="18" charset="2"/>
              <a:buChar char="-"/>
            </a:pPr>
            <a:r>
              <a:rPr lang="de-CH" dirty="0"/>
              <a:t>Mitarbeitende beim Erstellen hinzufügen → nur Follower</a:t>
            </a:r>
          </a:p>
          <a:p>
            <a:pPr marL="171450" indent="-171450">
              <a:buFont typeface="Symbol" panose="05050102010706020507" pitchFamily="18" charset="2"/>
              <a:buChar char="-"/>
            </a:pPr>
            <a:r>
              <a:rPr lang="de-CH" dirty="0"/>
              <a:t>Import/Export: CSV + JSON möglich → z. B. passende Struktur via ChatGPT</a:t>
            </a:r>
          </a:p>
          <a:p>
            <a:pPr marL="171450" indent="-171450">
              <a:buFont typeface="Symbol" panose="05050102010706020507" pitchFamily="18" charset="2"/>
              <a:buChar char="-"/>
            </a:pPr>
            <a:r>
              <a:rPr lang="de-CH" dirty="0"/>
              <a:t>Lernen:</a:t>
            </a:r>
          </a:p>
          <a:p>
            <a:pPr marL="171450" indent="-171450">
              <a:buFont typeface="Symbol" panose="05050102010706020507" pitchFamily="18" charset="2"/>
              <a:buChar char="-"/>
            </a:pPr>
            <a:r>
              <a:rPr lang="de-CH" dirty="0"/>
              <a:t>Normale Karten = Freitextfeld</a:t>
            </a:r>
          </a:p>
          <a:p>
            <a:pPr marL="171450" indent="-171450">
              <a:buFont typeface="Symbol" panose="05050102010706020507" pitchFamily="18" charset="2"/>
              <a:buChar char="-"/>
            </a:pPr>
            <a:r>
              <a:rPr lang="de-CH" dirty="0"/>
              <a:t>Quiz-Karten = Single-Choice</a:t>
            </a:r>
          </a:p>
          <a:p>
            <a:pPr marL="171450" indent="-171450">
              <a:buFont typeface="Symbol" panose="05050102010706020507" pitchFamily="18" charset="2"/>
              <a:buChar char="-"/>
            </a:pPr>
            <a:r>
              <a:rPr lang="de-CH" dirty="0"/>
              <a:t>Ergebnisse werden ausgewertet</a:t>
            </a:r>
          </a:p>
          <a:p>
            <a:pPr marL="171450" indent="-171450">
              <a:buFont typeface="Symbol" panose="05050102010706020507" pitchFamily="18" charset="2"/>
              <a:buChar char="-"/>
            </a:pPr>
            <a:r>
              <a:rPr lang="de-CH" dirty="0"/>
              <a:t>Alle Ziele erreicht</a:t>
            </a:r>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0" indent="0">
              <a:buFont typeface="Symbol" panose="05050102010706020507" pitchFamily="18" charset="2"/>
              <a:buNone/>
            </a:pPr>
            <a:r>
              <a:rPr lang="de-CH" dirty="0"/>
              <a:t>Ich setzte mir 3 Hauptziele für das Projekt. Die Benutzerverwaltung, den Import und Export von Karten und ganz klar das Lernen von den Karten. Bei der Benutzerverwaltung ging es vor allem um das auseinanderhalten von den verschiedenen Decks. Ein Benutzer kann für sich Decks und darin enthaltene Karten erstellen, welche die anderen Benutzer nicht sehen können. Es sollte jedoch möglich sein, dass man beim Erstellen des Decks Mitarbeiter hinzufügen kann, welche das Deck gleich lernen und Bearbeiten können. Dies hängt mit einer </a:t>
            </a:r>
            <a:r>
              <a:rPr lang="de-CH" dirty="0" err="1"/>
              <a:t>Following</a:t>
            </a:r>
            <a:r>
              <a:rPr lang="de-CH" dirty="0"/>
              <a:t>-funktion zusammen, denn man kann nur diese Benutzer hinzufügen, welche einem Folgen.</a:t>
            </a:r>
          </a:p>
          <a:p>
            <a:pPr marL="0" indent="0">
              <a:buFont typeface="Symbol" panose="05050102010706020507" pitchFamily="18" charset="2"/>
              <a:buNone/>
            </a:pPr>
            <a:r>
              <a:rPr lang="de-CH" dirty="0"/>
              <a:t>Beim Import und Export war das Ziel, dass man CSV und JSON-Dateien Importieren bzw. exportieren kann. Der Gedanke dahinter war, dass man eine Voci-Liste nicht manuell eintippen muss, sondern dass zum Beispiel ChatGPT verwendet werden kann, um Lernkarten zu erstellen oder umformatieren für den </a:t>
            </a:r>
            <a:r>
              <a:rPr lang="de-CH" dirty="0" err="1"/>
              <a:t>import</a:t>
            </a:r>
            <a:r>
              <a:rPr lang="de-CH" dirty="0"/>
              <a:t>.</a:t>
            </a:r>
          </a:p>
          <a:p>
            <a:pPr marL="0" indent="0">
              <a:buFont typeface="Symbol" panose="05050102010706020507" pitchFamily="18" charset="2"/>
              <a:buNone/>
            </a:pPr>
            <a:r>
              <a:rPr lang="de-CH" dirty="0"/>
              <a:t>Die Hauptfunktion, dass es eine Karteikarten-App ist, ist natürlich das lernen. Ich wollte, dass man die normalen Karten in einem Inputfeld schreiben kann und die </a:t>
            </a:r>
            <a:r>
              <a:rPr lang="de-CH" dirty="0" err="1"/>
              <a:t>quizcards</a:t>
            </a:r>
            <a:r>
              <a:rPr lang="de-CH" dirty="0"/>
              <a:t> eine single-</a:t>
            </a:r>
            <a:r>
              <a:rPr lang="de-CH" dirty="0" err="1"/>
              <a:t>choise</a:t>
            </a:r>
            <a:r>
              <a:rPr lang="de-CH" dirty="0"/>
              <a:t>-Antwort erfordert. Das ganze sollte dann auch ausgewertet werden.</a:t>
            </a:r>
          </a:p>
          <a:p>
            <a:pPr marL="0" indent="0">
              <a:buFont typeface="Symbol" panose="05050102010706020507" pitchFamily="18" charset="2"/>
              <a:buNone/>
            </a:pPr>
            <a:r>
              <a:rPr lang="de-CH" dirty="0"/>
              <a:t>Ich konnte alle meine </a:t>
            </a:r>
            <a:r>
              <a:rPr lang="de-CH" dirty="0" err="1"/>
              <a:t>gesetzen</a:t>
            </a:r>
            <a:r>
              <a:rPr lang="de-CH" dirty="0"/>
              <a:t> Ziele erreichen.</a:t>
            </a:r>
          </a:p>
        </p:txBody>
      </p:sp>
      <p:sp>
        <p:nvSpPr>
          <p:cNvPr id="4" name="Foliennummernplatzhalter 3"/>
          <p:cNvSpPr>
            <a:spLocks noGrp="1"/>
          </p:cNvSpPr>
          <p:nvPr>
            <p:ph type="sldNum" sz="quarter" idx="5"/>
          </p:nvPr>
        </p:nvSpPr>
        <p:spPr/>
        <p:txBody>
          <a:bodyPr/>
          <a:lstStyle/>
          <a:p>
            <a:fld id="{C62896A1-7A7D-4D4A-9D13-6BD00B7CA0F7}" type="slidenum">
              <a:rPr lang="de-CH" smtClean="0"/>
              <a:t>4</a:t>
            </a:fld>
            <a:endParaRPr lang="de-CH"/>
          </a:p>
        </p:txBody>
      </p:sp>
    </p:spTree>
    <p:extLst>
      <p:ext uri="{BB962C8B-B14F-4D97-AF65-F5344CB8AC3E}">
        <p14:creationId xmlns:p14="http://schemas.microsoft.com/office/powerpoint/2010/main" val="220729714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rtl="0" eaLnBrk="1" latinLnBrk="0" hangingPunct="1"/>
            <a:r>
              <a:rPr lang="de-DE" sz="1200" kern="1200" dirty="0">
                <a:solidFill>
                  <a:schemeClr val="tx1"/>
                </a:solidFill>
                <a:effectLst/>
                <a:latin typeface="+mn-lt"/>
                <a:ea typeface="+mn-ea"/>
                <a:cs typeface="+mn-cs"/>
              </a:rPr>
              <a:t>PHP-Script lange Datei mit allen Funktionen </a:t>
            </a:r>
            <a:r>
              <a:rPr lang="de-DE" sz="1200" kern="1200" dirty="0">
                <a:solidFill>
                  <a:schemeClr val="tx1"/>
                </a:solidFill>
                <a:effectLst/>
                <a:latin typeface="+mn-lt"/>
                <a:ea typeface="+mn-ea"/>
                <a:cs typeface="+mn-cs"/>
                <a:sym typeface="Wingdings" panose="05000000000000000000" pitchFamily="2" charset="2"/>
              </a:rPr>
              <a:t></a:t>
            </a:r>
            <a:r>
              <a:rPr lang="de-DE" sz="1200" kern="1200" dirty="0">
                <a:solidFill>
                  <a:schemeClr val="tx1"/>
                </a:solidFill>
                <a:effectLst/>
                <a:latin typeface="+mn-lt"/>
                <a:ea typeface="+mn-ea"/>
                <a:cs typeface="+mn-cs"/>
              </a:rPr>
              <a:t> Einzelne Dateien für z.B. jeden CRUD-Operator</a:t>
            </a:r>
            <a:endParaRPr lang="de-CH" dirty="0">
              <a:effectLst/>
            </a:endParaRPr>
          </a:p>
        </p:txBody>
      </p:sp>
      <p:sp>
        <p:nvSpPr>
          <p:cNvPr id="4" name="Foliennummernplatzhalter 3"/>
          <p:cNvSpPr>
            <a:spLocks noGrp="1"/>
          </p:cNvSpPr>
          <p:nvPr>
            <p:ph type="sldNum" sz="quarter" idx="5"/>
          </p:nvPr>
        </p:nvSpPr>
        <p:spPr/>
        <p:txBody>
          <a:bodyPr/>
          <a:lstStyle/>
          <a:p>
            <a:fld id="{C62896A1-7A7D-4D4A-9D13-6BD00B7CA0F7}" type="slidenum">
              <a:rPr lang="de-CH" smtClean="0"/>
              <a:t>5</a:t>
            </a:fld>
            <a:endParaRPr lang="de-CH"/>
          </a:p>
        </p:txBody>
      </p:sp>
    </p:spTree>
    <p:extLst>
      <p:ext uri="{BB962C8B-B14F-4D97-AF65-F5344CB8AC3E}">
        <p14:creationId xmlns:p14="http://schemas.microsoft.com/office/powerpoint/2010/main" val="891681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97237-1B42-23AC-6525-493433A1508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49C71F5A-2C7A-C459-ED73-51F731186B33}"/>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32414B6F-AC21-58E0-57CB-AA7D0739B6FF}"/>
              </a:ext>
            </a:extLst>
          </p:cNvPr>
          <p:cNvSpPr>
            <a:spLocks noGrp="1"/>
          </p:cNvSpPr>
          <p:nvPr>
            <p:ph type="body" idx="1"/>
          </p:nvPr>
        </p:nvSpPr>
        <p:spPr/>
        <p:txBody>
          <a:bodyPr/>
          <a:lstStyle/>
          <a:p>
            <a:pPr marL="171450" indent="-171450">
              <a:buFont typeface="Symbol" panose="05050102010706020507" pitchFamily="18" charset="2"/>
              <a:buChar char="-"/>
            </a:pPr>
            <a:r>
              <a:rPr lang="de-CH" dirty="0"/>
              <a:t>DB nur im lokalen Netzwerk → Lösung: PHP-Backend + HTTP-</a:t>
            </a:r>
            <a:r>
              <a:rPr lang="de-CH" dirty="0" err="1"/>
              <a:t>Requests</a:t>
            </a:r>
            <a:endParaRPr lang="de-CH" dirty="0"/>
          </a:p>
          <a:p>
            <a:pPr marL="171450" indent="-171450">
              <a:buFont typeface="Symbol" panose="05050102010706020507" pitchFamily="18" charset="2"/>
              <a:buChar char="-"/>
            </a:pPr>
            <a:r>
              <a:rPr lang="de-CH" dirty="0"/>
              <a:t>Authentifizierungssystem mit Token, Hash und Salt</a:t>
            </a:r>
          </a:p>
          <a:p>
            <a:pPr marL="171450" indent="-171450">
              <a:buFont typeface="Symbol" panose="05050102010706020507" pitchFamily="18" charset="2"/>
              <a:buChar char="-"/>
            </a:pPr>
            <a:r>
              <a:rPr lang="de-CH" dirty="0"/>
              <a:t>Ablauf:</a:t>
            </a:r>
          </a:p>
          <a:p>
            <a:pPr marL="171450" indent="-171450">
              <a:buFont typeface="Symbol" panose="05050102010706020507" pitchFamily="18" charset="2"/>
              <a:buChar char="-"/>
            </a:pPr>
            <a:r>
              <a:rPr lang="de-CH" dirty="0"/>
              <a:t>Client fordert Token</a:t>
            </a:r>
          </a:p>
          <a:p>
            <a:pPr marL="171450" indent="-171450">
              <a:buFont typeface="Symbol" panose="05050102010706020507" pitchFamily="18" charset="2"/>
              <a:buChar char="-"/>
            </a:pPr>
            <a:r>
              <a:rPr lang="de-CH" dirty="0"/>
              <a:t>Server bildet 10-Stelligen Token</a:t>
            </a:r>
          </a:p>
          <a:p>
            <a:pPr marL="171450" indent="-171450">
              <a:buFont typeface="Symbol" panose="05050102010706020507" pitchFamily="18" charset="2"/>
              <a:buChar char="-"/>
            </a:pPr>
            <a:r>
              <a:rPr lang="de-CH" dirty="0"/>
              <a:t>Client bildet Hash (Token + Passwort + Salt)</a:t>
            </a:r>
          </a:p>
          <a:p>
            <a:pPr marL="171450" indent="-171450">
              <a:buFont typeface="Symbol" panose="05050102010706020507" pitchFamily="18" charset="2"/>
              <a:buChar char="-"/>
            </a:pPr>
            <a:r>
              <a:rPr lang="de-CH" dirty="0"/>
              <a:t>Salt </a:t>
            </a:r>
            <a:r>
              <a:rPr lang="de-CH" dirty="0">
                <a:sym typeface="Wingdings" panose="05000000000000000000" pitchFamily="2" charset="2"/>
              </a:rPr>
              <a:t> Fixer Wert bei jedem Client gleich</a:t>
            </a:r>
          </a:p>
          <a:p>
            <a:pPr marL="171450" indent="-171450">
              <a:buFont typeface="Symbol" panose="05050102010706020507" pitchFamily="18" charset="2"/>
              <a:buChar char="-"/>
            </a:pPr>
            <a:r>
              <a:rPr lang="de-CH" dirty="0">
                <a:sym typeface="Wingdings" panose="05000000000000000000" pitchFamily="2" charset="2"/>
              </a:rPr>
              <a:t>Client sendet Hash, Benutzername, abfrage</a:t>
            </a:r>
            <a:endParaRPr lang="de-CH" dirty="0"/>
          </a:p>
          <a:p>
            <a:pPr marL="171450" indent="-171450">
              <a:buFont typeface="Symbol" panose="05050102010706020507" pitchFamily="18" charset="2"/>
              <a:buChar char="-"/>
            </a:pPr>
            <a:r>
              <a:rPr lang="de-CH" dirty="0"/>
              <a:t>Backend prüft durch Vergleich mit DB-Hash</a:t>
            </a:r>
          </a:p>
          <a:p>
            <a:pPr marL="171450" indent="-171450">
              <a:buFont typeface="Symbol" panose="05050102010706020507" pitchFamily="18" charset="2"/>
              <a:buChar char="-"/>
            </a:pPr>
            <a:r>
              <a:rPr lang="de-CH" dirty="0"/>
              <a:t>Registrierung: kein DB-Passwort → Passwort im Body mitsenden → Hash-Vergleich mit Body-Wert</a:t>
            </a:r>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r>
              <a:rPr lang="de-CH" dirty="0"/>
              <a:t>Nun zum Fachlichen Teil:</a:t>
            </a:r>
          </a:p>
          <a:p>
            <a:pPr marL="0" indent="0">
              <a:buFont typeface="Symbol" panose="05050102010706020507" pitchFamily="18" charset="2"/>
              <a:buNone/>
            </a:pPr>
            <a:endParaRPr lang="de-CH" dirty="0"/>
          </a:p>
          <a:p>
            <a:pPr marL="0" indent="0">
              <a:buFont typeface="Symbol" panose="05050102010706020507" pitchFamily="18" charset="2"/>
              <a:buNone/>
            </a:pPr>
            <a:r>
              <a:rPr lang="de-DE" b="0" dirty="0"/>
              <a:t>Auf die Datenbank kann man nur aus dem lokalen Netzwerk </a:t>
            </a:r>
            <a:r>
              <a:rPr lang="de-DE" b="0" dirty="0" err="1"/>
              <a:t>zugreiffen</a:t>
            </a:r>
            <a:r>
              <a:rPr lang="de-DE" b="0" dirty="0"/>
              <a:t>. Dies erforderte dem entsprechend einer Lösung von mir, da die Desktop-Applikation von jedem Netzwerk aus nutzbar sein sollte. Die passende Lösung für mich war also ein PHP-Script im Backend, welches auf dem Server liegt. Von dort aus können dann alle Abfragen organisiert werden. Die Kommunikation zwischen dem Frontend und dem Backend läuft über http-</a:t>
            </a:r>
            <a:r>
              <a:rPr lang="de-DE" b="0" dirty="0" err="1"/>
              <a:t>requests</a:t>
            </a:r>
            <a:r>
              <a:rPr lang="de-DE" b="0" dirty="0"/>
              <a:t>. Damit jedoch nicht jeder Datenbank-Interaktionen oder die Endpunkte nutzen kann, dachte ich mir ein Sicherungssystem aus, welches </a:t>
            </a:r>
            <a:r>
              <a:rPr lang="de-DE" b="0" dirty="0" err="1"/>
              <a:t>wiefolgt</a:t>
            </a:r>
            <a:r>
              <a:rPr lang="de-DE" b="0" dirty="0"/>
              <a:t> aufgebaut ist:</a:t>
            </a:r>
          </a:p>
          <a:p>
            <a:pPr marL="0" indent="0">
              <a:buFont typeface="Symbol" panose="05050102010706020507" pitchFamily="18" charset="2"/>
              <a:buNone/>
            </a:pPr>
            <a:r>
              <a:rPr lang="de-DE" b="0" dirty="0"/>
              <a:t>Der Client sendet eine </a:t>
            </a:r>
            <a:r>
              <a:rPr lang="de-DE" b="0" dirty="0" err="1"/>
              <a:t>Get-Anfforderung</a:t>
            </a:r>
            <a:r>
              <a:rPr lang="de-DE" b="0" dirty="0"/>
              <a:t>, welches einen Token vom Backend anfordert, welches ein Zufälliger, zehnstelliger String aus gross, klein Buchstaben und Zahlen generiert. Dieser Token kann von jedem abgefragt werden. Der Client berechnet mit diesem Token, dem Passwort des aktuell registrierten Benutzers und einem Salt-Wert einen SHA-256 Hash. Der Salt ist eine Fixe Zeichenfolge, welche bei jedem Client und beim Server gleich abgespeichert ist. Der Hash wird mit der gewünschten Abfrage und dem Benutzernamen des aktuellen Benutzers zurück ans Backend gesendet. Dort wird aus der Datenbank das Passwort des mitgegebenen Benutzers abgefragt und mit denselben drei Komponenten ein Hash erstellt, welcher verglichen wird. Wenn diese beiden Hashes gleich sind, wird die Datenbank-Interaktion ausgeführt. </a:t>
            </a:r>
          </a:p>
          <a:p>
            <a:pPr marL="0" indent="0">
              <a:buFont typeface="Symbol" panose="05050102010706020507" pitchFamily="18" charset="2"/>
              <a:buNone/>
            </a:pPr>
            <a:r>
              <a:rPr lang="de-DE" b="0" dirty="0"/>
              <a:t>Eine </a:t>
            </a:r>
            <a:r>
              <a:rPr lang="de-DE" b="0" dirty="0" err="1"/>
              <a:t>Herausvorderung</a:t>
            </a:r>
            <a:r>
              <a:rPr lang="de-DE" b="0" dirty="0"/>
              <a:t> war es, die Sicherheit auch zu </a:t>
            </a:r>
            <a:r>
              <a:rPr lang="de-DE" b="0" dirty="0" err="1"/>
              <a:t>gewährliestern</a:t>
            </a:r>
            <a:r>
              <a:rPr lang="de-DE" b="0" dirty="0"/>
              <a:t>, wenn sich ein neuer Benutzer registrieren wollte. Hier gibt es noch kein Passwort, welches aus der Datenbank abgerufen werden kann. Ich entschied mich für die Lösung, dass der Authentifizierungs-Hash aus denselben drei Komponenten besteht, wie bei einer normalen abfrage, dass jedoch im Post-Body ebenfalls das Passwort mitgesendet wird. Somit rechnet das Backend nicht mit dem Wert aus der Datenbank, sondern aus dem Body.</a:t>
            </a:r>
            <a:endParaRPr lang="de-CH" dirty="0"/>
          </a:p>
        </p:txBody>
      </p:sp>
      <p:sp>
        <p:nvSpPr>
          <p:cNvPr id="4" name="Foliennummernplatzhalter 3">
            <a:extLst>
              <a:ext uri="{FF2B5EF4-FFF2-40B4-BE49-F238E27FC236}">
                <a16:creationId xmlns:a16="http://schemas.microsoft.com/office/drawing/2014/main" id="{064716E5-EE43-200E-C47D-42EACEC042FA}"/>
              </a:ext>
            </a:extLst>
          </p:cNvPr>
          <p:cNvSpPr>
            <a:spLocks noGrp="1"/>
          </p:cNvSpPr>
          <p:nvPr>
            <p:ph type="sldNum" sz="quarter" idx="5"/>
          </p:nvPr>
        </p:nvSpPr>
        <p:spPr/>
        <p:txBody>
          <a:bodyPr/>
          <a:lstStyle/>
          <a:p>
            <a:fld id="{C62896A1-7A7D-4D4A-9D13-6BD00B7CA0F7}" type="slidenum">
              <a:rPr lang="de-CH" smtClean="0"/>
              <a:t>6</a:t>
            </a:fld>
            <a:endParaRPr lang="de-CH"/>
          </a:p>
        </p:txBody>
      </p:sp>
    </p:spTree>
    <p:extLst>
      <p:ext uri="{BB962C8B-B14F-4D97-AF65-F5344CB8AC3E}">
        <p14:creationId xmlns:p14="http://schemas.microsoft.com/office/powerpoint/2010/main" val="29190099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171450" indent="-171450">
              <a:buFont typeface="Symbol" panose="05050102010706020507" pitchFamily="18" charset="2"/>
              <a:buChar char="-"/>
            </a:pPr>
            <a:r>
              <a:rPr lang="de-DE" dirty="0"/>
              <a:t>Ziel: effiziente, erweiterbare DB</a:t>
            </a:r>
          </a:p>
          <a:p>
            <a:pPr marL="171450" indent="-171450">
              <a:buFont typeface="Symbol" panose="05050102010706020507" pitchFamily="18" charset="2"/>
              <a:buChar char="-"/>
            </a:pPr>
            <a:r>
              <a:rPr lang="de-DE" dirty="0"/>
              <a:t>Planung nach Funktionen → ERD nach Normalformen erstellt</a:t>
            </a:r>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endParaRPr lang="de-CH" dirty="0"/>
          </a:p>
          <a:p>
            <a:pPr marL="0" indent="0">
              <a:buFont typeface="Symbol" panose="05050102010706020507" pitchFamily="18" charset="2"/>
              <a:buNone/>
            </a:pPr>
            <a:r>
              <a:rPr lang="de-CH" dirty="0"/>
              <a:t>Ein grosser Milestone war eine effiziente und erweiterbare Datenbank zu entwerfen und aufzusetzen. Ich überlegte mir alle Funktionen und zeichnete danach ein ERD nach allen Normalformen.</a:t>
            </a:r>
          </a:p>
        </p:txBody>
      </p:sp>
      <p:sp>
        <p:nvSpPr>
          <p:cNvPr id="4" name="Foliennummernplatzhalter 3"/>
          <p:cNvSpPr>
            <a:spLocks noGrp="1"/>
          </p:cNvSpPr>
          <p:nvPr>
            <p:ph type="sldNum" sz="quarter" idx="5"/>
          </p:nvPr>
        </p:nvSpPr>
        <p:spPr/>
        <p:txBody>
          <a:bodyPr/>
          <a:lstStyle/>
          <a:p>
            <a:fld id="{C62896A1-7A7D-4D4A-9D13-6BD00B7CA0F7}" type="slidenum">
              <a:rPr lang="de-CH" smtClean="0"/>
              <a:t>7</a:t>
            </a:fld>
            <a:endParaRPr lang="de-CH"/>
          </a:p>
        </p:txBody>
      </p:sp>
    </p:spTree>
    <p:extLst>
      <p:ext uri="{BB962C8B-B14F-4D97-AF65-F5344CB8AC3E}">
        <p14:creationId xmlns:p14="http://schemas.microsoft.com/office/powerpoint/2010/main" val="6004347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CH" dirty="0"/>
          </a:p>
        </p:txBody>
      </p:sp>
      <p:sp>
        <p:nvSpPr>
          <p:cNvPr id="4" name="Foliennummernplatzhalter 3"/>
          <p:cNvSpPr>
            <a:spLocks noGrp="1"/>
          </p:cNvSpPr>
          <p:nvPr>
            <p:ph type="sldNum" sz="quarter" idx="5"/>
          </p:nvPr>
        </p:nvSpPr>
        <p:spPr/>
        <p:txBody>
          <a:bodyPr/>
          <a:lstStyle/>
          <a:p>
            <a:fld id="{C62896A1-7A7D-4D4A-9D13-6BD00B7CA0F7}" type="slidenum">
              <a:rPr lang="de-CH" smtClean="0"/>
              <a:t>8</a:t>
            </a:fld>
            <a:endParaRPr lang="de-CH"/>
          </a:p>
        </p:txBody>
      </p:sp>
    </p:spTree>
    <p:extLst>
      <p:ext uri="{BB962C8B-B14F-4D97-AF65-F5344CB8AC3E}">
        <p14:creationId xmlns:p14="http://schemas.microsoft.com/office/powerpoint/2010/main" val="14080978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171450" indent="-171450">
              <a:buFont typeface="Symbol" panose="05050102010706020507" pitchFamily="18" charset="2"/>
              <a:buChar char="-"/>
            </a:pPr>
            <a:r>
              <a:rPr lang="de-DE" dirty="0"/>
              <a:t>Projekt gut gelungen, viel gelernt</a:t>
            </a:r>
          </a:p>
          <a:p>
            <a:pPr marL="171450" indent="-171450">
              <a:buFont typeface="Symbol" panose="05050102010706020507" pitchFamily="18" charset="2"/>
              <a:buChar char="-"/>
            </a:pPr>
            <a:r>
              <a:rPr lang="de-DE" dirty="0"/>
              <a:t>Zeitplan besser als beim Sportferienprojekt</a:t>
            </a:r>
          </a:p>
          <a:p>
            <a:pPr marL="171450" indent="-171450">
              <a:buFont typeface="Symbol" panose="05050102010706020507" pitchFamily="18" charset="2"/>
              <a:buChar char="-"/>
            </a:pPr>
            <a:r>
              <a:rPr lang="de-DE" dirty="0"/>
              <a:t>Die Dokumentation immer aktuell gehalten</a:t>
            </a:r>
          </a:p>
          <a:p>
            <a:pPr marL="171450" indent="-171450">
              <a:buFont typeface="Symbol" panose="05050102010706020507" pitchFamily="18" charset="2"/>
              <a:buChar char="-"/>
            </a:pPr>
            <a:r>
              <a:rPr lang="de-DE" dirty="0"/>
              <a:t>Ziele erreicht, Endprodukt zufriedenstellend</a:t>
            </a:r>
          </a:p>
          <a:p>
            <a:pPr marL="171450" indent="-171450">
              <a:buFont typeface="Symbol" panose="05050102010706020507" pitchFamily="18" charset="2"/>
              <a:buChar char="-"/>
            </a:pPr>
            <a:r>
              <a:rPr lang="de-DE" b="1" dirty="0"/>
              <a:t>Verbesserungspotenzial</a:t>
            </a:r>
            <a:r>
              <a:rPr lang="de-DE" dirty="0"/>
              <a:t>:</a:t>
            </a:r>
          </a:p>
          <a:p>
            <a:pPr marL="171450" indent="-171450">
              <a:buFont typeface="Symbol" panose="05050102010706020507" pitchFamily="18" charset="2"/>
              <a:buChar char="-"/>
            </a:pPr>
            <a:r>
              <a:rPr lang="de-DE" dirty="0"/>
              <a:t>Zeitmangel für tolle Erweiterungen</a:t>
            </a:r>
          </a:p>
          <a:p>
            <a:pPr marL="171450" indent="-171450">
              <a:buFont typeface="Symbol" panose="05050102010706020507" pitchFamily="18" charset="2"/>
              <a:buChar char="-"/>
            </a:pPr>
            <a:r>
              <a:rPr lang="de-DE" dirty="0"/>
              <a:t>Inkonsistenz bei HTTP-</a:t>
            </a:r>
            <a:r>
              <a:rPr lang="de-DE" dirty="0" err="1"/>
              <a:t>Requests</a:t>
            </a:r>
            <a:r>
              <a:rPr lang="de-DE" dirty="0"/>
              <a:t> (GET </a:t>
            </a:r>
            <a:r>
              <a:rPr lang="de-DE" dirty="0" err="1"/>
              <a:t>vs</a:t>
            </a:r>
            <a:r>
              <a:rPr lang="de-DE" dirty="0"/>
              <a:t> POST)</a:t>
            </a:r>
          </a:p>
          <a:p>
            <a:pPr marL="171450" indent="-171450">
              <a:buFont typeface="Symbol" panose="05050102010706020507" pitchFamily="18" charset="2"/>
              <a:buChar char="-"/>
            </a:pPr>
            <a:r>
              <a:rPr lang="de-DE" dirty="0"/>
              <a:t>Decks noch mit GET, später POST für Karten/Benutzer</a:t>
            </a: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r>
              <a:rPr lang="de-CH" dirty="0"/>
              <a:t>Abschliessend würde ich sagen, dass mir Projekt gut gelungen ist. </a:t>
            </a:r>
          </a:p>
          <a:p>
            <a:pPr marL="171450" indent="-171450">
              <a:buFont typeface="Symbol" panose="05050102010706020507" pitchFamily="18" charset="2"/>
              <a:buChar char="-"/>
            </a:pPr>
            <a:r>
              <a:rPr lang="de-CH" dirty="0"/>
              <a:t>Ich habe vieles gelernt und bin auch auf ein zufriedenstellendes Endprodukt gekommen.</a:t>
            </a:r>
          </a:p>
          <a:p>
            <a:pPr marL="171450" indent="-171450">
              <a:buFont typeface="Symbol" panose="05050102010706020507" pitchFamily="18" charset="2"/>
              <a:buChar char="-"/>
            </a:pPr>
            <a:r>
              <a:rPr lang="de-CH" dirty="0"/>
              <a:t>Im vergleich zum Sportferienprojekt, war der Zeitplan hier ziemlich realistisch. Ich hinkte zwar immer etwas hinten her, schlussendlich konnte ich jedoch alles wieder aufholen und erreichte alle ziele. Das Projekt hat noch sehr viel Erweiterungspotential, wofür ich leider keine Zeit mehr hatte. Auch gibt es eine </a:t>
            </a:r>
            <a:r>
              <a:rPr lang="de-CH" dirty="0" err="1"/>
              <a:t>Unkonsistente</a:t>
            </a:r>
            <a:r>
              <a:rPr lang="de-CH" dirty="0"/>
              <a:t> </a:t>
            </a:r>
            <a:r>
              <a:rPr lang="de-CH" dirty="0" err="1"/>
              <a:t>verwendung</a:t>
            </a:r>
            <a:r>
              <a:rPr lang="de-CH" dirty="0"/>
              <a:t> von den http-</a:t>
            </a:r>
            <a:r>
              <a:rPr lang="de-CH" dirty="0" err="1"/>
              <a:t>requests</a:t>
            </a:r>
            <a:r>
              <a:rPr lang="de-CH" dirty="0"/>
              <a:t>. Zuerst machte ich alles über GET-</a:t>
            </a:r>
            <a:r>
              <a:rPr lang="de-CH" dirty="0" err="1"/>
              <a:t>Requests</a:t>
            </a:r>
            <a:r>
              <a:rPr lang="de-CH" dirty="0"/>
              <a:t>, wie zum Beispiel das hinzufügen von den Decks. Alle nötigen Eckdaten werden über die URL-Parameter übergeben. Dies ist eine nicht sehr schöne Lösung. Beim hinzufügen von Karten und Benutzern kam ich dann auf die Idee mit POST zu arbeiten, wo ich alles als JSON bequem mitgeben konnte. Zeitlich hat es jedoch leider nicht gereicht, um das hinzufügen von Decks anzupassen.</a:t>
            </a:r>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pPr marL="171450" indent="-171450">
              <a:buFont typeface="Symbol" panose="05050102010706020507" pitchFamily="18" charset="2"/>
              <a:buChar char="-"/>
            </a:pPr>
            <a:endParaRPr lang="de-CH" dirty="0"/>
          </a:p>
          <a:p>
            <a:r>
              <a:rPr lang="de-DE" b="1" dirty="0"/>
              <a:t>"</a:t>
            </a:r>
            <a:r>
              <a:rPr lang="de-DE" b="1" dirty="0" err="1"/>
              <a:t>NooThesi</a:t>
            </a:r>
            <a:r>
              <a:rPr lang="de-DE" b="1" dirty="0"/>
              <a:t>„</a:t>
            </a:r>
          </a:p>
          <a:p>
            <a:r>
              <a:rPr lang="de-DE" b="1" dirty="0"/>
              <a:t>"</a:t>
            </a:r>
            <a:r>
              <a:rPr lang="de-DE" b="1" dirty="0" err="1"/>
              <a:t>Νους</a:t>
            </a:r>
            <a:r>
              <a:rPr lang="de-DE" b="1" dirty="0"/>
              <a:t>" (Nous)</a:t>
            </a:r>
            <a:r>
              <a:rPr lang="de-DE" dirty="0"/>
              <a:t>: Dies bedeutet "Geist", "Verstand", "Intelligenz" oder </a:t>
            </a:r>
            <a:r>
              <a:rPr lang="de-DE" b="1" dirty="0"/>
              <a:t>"Wissen". </a:t>
            </a:r>
          </a:p>
          <a:p>
            <a:r>
              <a:rPr lang="de-DE" b="1" dirty="0"/>
              <a:t>"</a:t>
            </a:r>
            <a:r>
              <a:rPr lang="de-DE" b="1" dirty="0" err="1"/>
              <a:t>Θέσις</a:t>
            </a:r>
            <a:r>
              <a:rPr lang="de-DE" b="1" dirty="0"/>
              <a:t>" (Thesis)</a:t>
            </a:r>
            <a:r>
              <a:rPr lang="de-DE" dirty="0"/>
              <a:t>: Dies bedeutet "Platzierung", "Anordnung", "Position" oder </a:t>
            </a:r>
            <a:r>
              <a:rPr lang="de-DE" b="1" dirty="0"/>
              <a:t>"Festsetzung".</a:t>
            </a:r>
          </a:p>
          <a:p>
            <a:endParaRPr lang="de-DE" dirty="0"/>
          </a:p>
          <a:p>
            <a:r>
              <a:rPr lang="de-DE" b="1" dirty="0"/>
              <a:t>Zusammen</a:t>
            </a:r>
            <a:r>
              <a:rPr lang="de-DE" dirty="0"/>
              <a:t>: Wissen Festsetzen</a:t>
            </a:r>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DE" dirty="0"/>
          </a:p>
          <a:p>
            <a:endParaRPr lang="de-CH" dirty="0"/>
          </a:p>
        </p:txBody>
      </p:sp>
      <p:sp>
        <p:nvSpPr>
          <p:cNvPr id="4" name="Foliennummernplatzhalter 3"/>
          <p:cNvSpPr>
            <a:spLocks noGrp="1"/>
          </p:cNvSpPr>
          <p:nvPr>
            <p:ph type="sldNum" sz="quarter" idx="5"/>
          </p:nvPr>
        </p:nvSpPr>
        <p:spPr/>
        <p:txBody>
          <a:bodyPr/>
          <a:lstStyle/>
          <a:p>
            <a:fld id="{C62896A1-7A7D-4D4A-9D13-6BD00B7CA0F7}" type="slidenum">
              <a:rPr lang="de-CH" smtClean="0"/>
              <a:t>9</a:t>
            </a:fld>
            <a:endParaRPr lang="de-CH"/>
          </a:p>
        </p:txBody>
      </p:sp>
    </p:spTree>
    <p:extLst>
      <p:ext uri="{BB962C8B-B14F-4D97-AF65-F5344CB8AC3E}">
        <p14:creationId xmlns:p14="http://schemas.microsoft.com/office/powerpoint/2010/main" val="12272798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171450" indent="-171450">
              <a:buFont typeface="Symbol" panose="05050102010706020507" pitchFamily="18" charset="2"/>
              <a:buChar char="-"/>
            </a:pPr>
            <a:r>
              <a:rPr lang="de-CH" dirty="0"/>
              <a:t>Das wars nun mit der Präsentation.</a:t>
            </a:r>
          </a:p>
          <a:p>
            <a:pPr marL="171450" indent="-171450">
              <a:buFont typeface="Symbol" panose="05050102010706020507" pitchFamily="18" charset="2"/>
              <a:buChar char="-"/>
            </a:pPr>
            <a:r>
              <a:rPr lang="de-CH" dirty="0"/>
              <a:t>Hat noch jemand eine Frage?</a:t>
            </a:r>
          </a:p>
        </p:txBody>
      </p:sp>
      <p:sp>
        <p:nvSpPr>
          <p:cNvPr id="4" name="Foliennummernplatzhalter 3"/>
          <p:cNvSpPr>
            <a:spLocks noGrp="1"/>
          </p:cNvSpPr>
          <p:nvPr>
            <p:ph type="sldNum" sz="quarter" idx="5"/>
          </p:nvPr>
        </p:nvSpPr>
        <p:spPr/>
        <p:txBody>
          <a:bodyPr/>
          <a:lstStyle/>
          <a:p>
            <a:fld id="{C62896A1-7A7D-4D4A-9D13-6BD00B7CA0F7}" type="slidenum">
              <a:rPr lang="de-CH" smtClean="0"/>
              <a:t>10</a:t>
            </a:fld>
            <a:endParaRPr lang="de-CH"/>
          </a:p>
        </p:txBody>
      </p:sp>
    </p:spTree>
    <p:extLst>
      <p:ext uri="{BB962C8B-B14F-4D97-AF65-F5344CB8AC3E}">
        <p14:creationId xmlns:p14="http://schemas.microsoft.com/office/powerpoint/2010/main" val="25817060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751012" y="609601"/>
            <a:ext cx="8676222" cy="3200400"/>
          </a:xfrm>
        </p:spPr>
        <p:txBody>
          <a:bodyPr anchor="b">
            <a:normAutofit/>
          </a:bodyPr>
          <a:lstStyle>
            <a:lvl1pPr algn="ctr">
              <a:defRPr sz="4800">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de-DE"/>
              <a:t>Mastertitelformat bearbeiten</a:t>
            </a:r>
            <a:endParaRPr lang="en-US" dirty="0"/>
          </a:p>
        </p:txBody>
      </p:sp>
      <p:sp>
        <p:nvSpPr>
          <p:cNvPr id="3" name="Subtitle 2"/>
          <p:cNvSpPr>
            <a:spLocks noGrp="1"/>
          </p:cNvSpPr>
          <p:nvPr>
            <p:ph type="subTitle" idx="1"/>
          </p:nvPr>
        </p:nvSpPr>
        <p:spPr>
          <a:xfrm>
            <a:off x="1751012" y="3886200"/>
            <a:ext cx="8676222" cy="1905000"/>
          </a:xfrm>
        </p:spPr>
        <p:txBody>
          <a:bodyPr anchor="t">
            <a:normAutofit/>
          </a:bodyPr>
          <a:lstStyle>
            <a:lvl1pPr marL="0" indent="0" algn="ct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CC1D23AB-E162-4861-9FAF-68D7E8098A19}"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600"/>
            </a:lvl1pPr>
          </a:lstStyle>
          <a:p>
            <a:r>
              <a:rPr lang="de-DE" dirty="0"/>
              <a:t>Mastertitelformat bearbeiten</a:t>
            </a:r>
            <a:endParaRPr lang="en-US" dirty="0"/>
          </a:p>
        </p:txBody>
      </p:sp>
      <p:sp>
        <p:nvSpPr>
          <p:cNvPr id="3" name="Content Placeholder 2"/>
          <p:cNvSpPr>
            <a:spLocks noGrp="1"/>
          </p:cNvSpPr>
          <p:nvPr>
            <p:ph idx="1"/>
          </p:nvPr>
        </p:nvSpPr>
        <p:spPr/>
        <p:txBody>
          <a:bodyPr anchor="ctr"/>
          <a:lstStyle>
            <a:lvl1pPr>
              <a:defRPr sz="24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endParaRPr lang="en-US" dirty="0"/>
          </a:p>
        </p:txBody>
      </p:sp>
      <p:sp>
        <p:nvSpPr>
          <p:cNvPr id="4" name="Date Placeholder 3"/>
          <p:cNvSpPr>
            <a:spLocks noGrp="1"/>
          </p:cNvSpPr>
          <p:nvPr>
            <p:ph type="dt" sz="half" idx="10"/>
          </p:nvPr>
        </p:nvSpPr>
        <p:spPr/>
        <p:txBody>
          <a:bodyPr/>
          <a:lstStyle/>
          <a:p>
            <a:fld id="{78D294B7-902E-437D-B325-FF179A914589}"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dirty="0"/>
              <a:t>Bretscher Jan</a:t>
            </a:r>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751013" y="3308581"/>
            <a:ext cx="8686800" cy="1468800"/>
          </a:xfrm>
        </p:spPr>
        <p:txBody>
          <a:bodyPr anchor="b"/>
          <a:lstStyle>
            <a:lvl1pPr algn="r">
              <a:defRPr sz="4000" b="0" cap="all"/>
            </a:lvl1pPr>
          </a:lstStyle>
          <a:p>
            <a:r>
              <a:rPr lang="de-DE" dirty="0"/>
              <a:t>Mastertitelformat bearbeiten</a:t>
            </a:r>
            <a:endParaRPr lang="en-US" dirty="0"/>
          </a:p>
        </p:txBody>
      </p:sp>
      <p:sp>
        <p:nvSpPr>
          <p:cNvPr id="3" name="Text Placeholder 2"/>
          <p:cNvSpPr>
            <a:spLocks noGrp="1"/>
          </p:cNvSpPr>
          <p:nvPr>
            <p:ph type="body" idx="1"/>
          </p:nvPr>
        </p:nvSpPr>
        <p:spPr>
          <a:xfrm>
            <a:off x="1751011" y="4777381"/>
            <a:ext cx="8686801"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dirty="0"/>
              <a:t>Mastertextformat bearbeiten</a:t>
            </a:r>
          </a:p>
        </p:txBody>
      </p:sp>
      <p:sp>
        <p:nvSpPr>
          <p:cNvPr id="4" name="Date Placeholder 3"/>
          <p:cNvSpPr>
            <a:spLocks noGrp="1"/>
          </p:cNvSpPr>
          <p:nvPr>
            <p:ph type="dt" sz="half" idx="10"/>
          </p:nvPr>
        </p:nvSpPr>
        <p:spPr/>
        <p:txBody>
          <a:bodyPr/>
          <a:lstStyle/>
          <a:p>
            <a:fld id="{1032FBB3-D199-4DA6-90A5-5DD37B91CC37}"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141412" y="2666999"/>
            <a:ext cx="4876800"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6170612" y="2667000"/>
            <a:ext cx="4876800"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637E2632-9207-4E8E-9C85-A857E7B10DAB}" type="datetime1">
              <a:rPr lang="de-CH" smtClean="0"/>
              <a:t>03.07.2025</a:t>
            </a:fld>
            <a:endParaRPr lang="en-US" dirty="0"/>
          </a:p>
        </p:txBody>
      </p:sp>
      <p:sp>
        <p:nvSpPr>
          <p:cNvPr id="6" name="Footer Placeholder 5"/>
          <p:cNvSpPr>
            <a:spLocks noGrp="1"/>
          </p:cNvSpPr>
          <p:nvPr>
            <p:ph type="ftr" sz="quarter" idx="11"/>
          </p:nvPr>
        </p:nvSpPr>
        <p:spPr/>
        <p:txBody>
          <a:bodyPr/>
          <a:lstStyle/>
          <a:p>
            <a:r>
              <a:rPr lang="en-US"/>
              <a:t>Bretscher Jan</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de-DE"/>
              <a:t>Mastertitelformat bearbeiten</a:t>
            </a:r>
            <a:endParaRPr lang="en-US" dirty="0"/>
          </a:p>
        </p:txBody>
      </p:sp>
      <p:sp>
        <p:nvSpPr>
          <p:cNvPr id="3" name="Text Placeholder 2"/>
          <p:cNvSpPr>
            <a:spLocks noGrp="1"/>
          </p:cNvSpPr>
          <p:nvPr>
            <p:ph type="body" idx="1"/>
          </p:nvPr>
        </p:nvSpPr>
        <p:spPr>
          <a:xfrm>
            <a:off x="1429280" y="2658533"/>
            <a:ext cx="4588931"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Content Placeholder 3"/>
          <p:cNvSpPr>
            <a:spLocks noGrp="1"/>
          </p:cNvSpPr>
          <p:nvPr>
            <p:ph sz="half" idx="2"/>
          </p:nvPr>
        </p:nvSpPr>
        <p:spPr>
          <a:xfrm>
            <a:off x="1141412" y="3243262"/>
            <a:ext cx="4876800"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6443133" y="2667000"/>
            <a:ext cx="4604280" cy="576262"/>
          </a:xfrm>
        </p:spPr>
        <p:txBody>
          <a:bodyPr anchor="b">
            <a:noAutofit/>
          </a:bodyPr>
          <a:lstStyle>
            <a:lvl1pPr marL="0" indent="0">
              <a:buNone/>
              <a:defRPr sz="28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Content Placeholder 5"/>
          <p:cNvSpPr>
            <a:spLocks noGrp="1"/>
          </p:cNvSpPr>
          <p:nvPr>
            <p:ph sz="quarter" idx="4"/>
          </p:nvPr>
        </p:nvSpPr>
        <p:spPr>
          <a:xfrm>
            <a:off x="6170612" y="3243262"/>
            <a:ext cx="4876801" cy="2547937"/>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697F74A6-E8D0-49D5-A225-886F882B6A11}" type="datetime1">
              <a:rPr lang="de-CH" smtClean="0"/>
              <a:t>03.07.2025</a:t>
            </a:fld>
            <a:endParaRPr lang="en-US" dirty="0"/>
          </a:p>
        </p:txBody>
      </p:sp>
      <p:sp>
        <p:nvSpPr>
          <p:cNvPr id="8" name="Footer Placeholder 7"/>
          <p:cNvSpPr>
            <a:spLocks noGrp="1"/>
          </p:cNvSpPr>
          <p:nvPr>
            <p:ph type="ftr" sz="quarter" idx="11"/>
          </p:nvPr>
        </p:nvSpPr>
        <p:spPr/>
        <p:txBody>
          <a:bodyPr/>
          <a:lstStyle/>
          <a:p>
            <a:r>
              <a:rPr lang="en-US"/>
              <a:t>Bretscher Jan</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bg>
      <p:bgRef idx="1003">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FF6271B-F1A6-40D4-AFA9-410F6BC5FFBE}" type="datetime1">
              <a:rPr lang="de-CH" smtClean="0"/>
              <a:t>03.07.2025</a:t>
            </a:fld>
            <a:endParaRPr lang="en-US" dirty="0"/>
          </a:p>
        </p:txBody>
      </p:sp>
      <p:sp>
        <p:nvSpPr>
          <p:cNvPr id="4" name="Footer Placeholder 3"/>
          <p:cNvSpPr>
            <a:spLocks noGrp="1"/>
          </p:cNvSpPr>
          <p:nvPr>
            <p:ph type="ftr" sz="quarter" idx="11"/>
          </p:nvPr>
        </p:nvSpPr>
        <p:spPr/>
        <p:txBody>
          <a:bodyPr/>
          <a:lstStyle/>
          <a:p>
            <a:r>
              <a:rPr lang="en-US"/>
              <a:t>Bretscher Jan</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A85907B-9E03-4C8B-80A8-8DB32ABA7443}" type="datetime1">
              <a:rPr lang="de-CH" smtClean="0"/>
              <a:t>03.07.2025</a:t>
            </a:fld>
            <a:endParaRPr lang="en-US" dirty="0"/>
          </a:p>
        </p:txBody>
      </p:sp>
      <p:sp>
        <p:nvSpPr>
          <p:cNvPr id="3" name="Footer Placeholder 2"/>
          <p:cNvSpPr>
            <a:spLocks noGrp="1"/>
          </p:cNvSpPr>
          <p:nvPr>
            <p:ph type="ftr" sz="quarter" idx="11"/>
          </p:nvPr>
        </p:nvSpPr>
        <p:spPr/>
        <p:txBody>
          <a:bodyPr/>
          <a:lstStyle/>
          <a:p>
            <a:r>
              <a:rPr lang="en-US"/>
              <a:t>Bretscher Jan</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3549121" cy="1371600"/>
          </a:xfrm>
        </p:spPr>
        <p:txBody>
          <a:bodyPr anchor="b">
            <a:normAutofit/>
          </a:bodyPr>
          <a:lstStyle>
            <a:lvl1pPr algn="l">
              <a:defRPr sz="2400" b="0"/>
            </a:lvl1pPr>
          </a:lstStyle>
          <a:p>
            <a:r>
              <a:rPr lang="de-DE"/>
              <a:t>Mastertitelformat bearbeiten</a:t>
            </a:r>
            <a:endParaRPr lang="en-US" dirty="0"/>
          </a:p>
        </p:txBody>
      </p:sp>
      <p:sp>
        <p:nvSpPr>
          <p:cNvPr id="3" name="Content Placeholder 2"/>
          <p:cNvSpPr>
            <a:spLocks noGrp="1"/>
          </p:cNvSpPr>
          <p:nvPr>
            <p:ph idx="1"/>
          </p:nvPr>
        </p:nvSpPr>
        <p:spPr>
          <a:xfrm>
            <a:off x="5103812" y="609601"/>
            <a:ext cx="5943601" cy="51816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141411" y="2971800"/>
            <a:ext cx="3549121" cy="1828800"/>
          </a:xfrm>
        </p:spPr>
        <p:txBody>
          <a:bodyPr>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p:txBody>
          <a:bodyPr/>
          <a:lstStyle/>
          <a:p>
            <a:fld id="{D8FBF752-A4AD-4387-9BFE-322906AB8065}" type="datetime1">
              <a:rPr lang="de-CH" smtClean="0"/>
              <a:t>03.07.2025</a:t>
            </a:fld>
            <a:endParaRPr lang="en-US" dirty="0"/>
          </a:p>
        </p:txBody>
      </p:sp>
      <p:sp>
        <p:nvSpPr>
          <p:cNvPr id="6" name="Footer Placeholder 5"/>
          <p:cNvSpPr>
            <a:spLocks noGrp="1"/>
          </p:cNvSpPr>
          <p:nvPr>
            <p:ph type="ftr" sz="quarter" idx="11"/>
          </p:nvPr>
        </p:nvSpPr>
        <p:spPr/>
        <p:txBody>
          <a:bodyPr/>
          <a:lstStyle/>
          <a:p>
            <a:r>
              <a:rPr lang="en-US"/>
              <a:t>Bretscher Jan</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141411" y="1600200"/>
            <a:ext cx="5334001" cy="1371600"/>
          </a:xfrm>
        </p:spPr>
        <p:txBody>
          <a:bodyPr anchor="b">
            <a:normAutofit/>
          </a:bodyPr>
          <a:lstStyle>
            <a:lvl1pPr algn="l">
              <a:defRPr sz="2800" b="0"/>
            </a:lvl1pPr>
          </a:lstStyle>
          <a:p>
            <a:r>
              <a:rPr lang="de-DE"/>
              <a:t>Mastertitelformat bearbeiten</a:t>
            </a:r>
            <a:endParaRPr lang="en-US" dirty="0"/>
          </a:p>
        </p:txBody>
      </p:sp>
      <p:sp>
        <p:nvSpPr>
          <p:cNvPr id="14" name="Picture Placeholder 2"/>
          <p:cNvSpPr>
            <a:spLocks noGrp="1" noChangeAspect="1"/>
          </p:cNvSpPr>
          <p:nvPr>
            <p:ph type="pic" idx="1"/>
          </p:nvPr>
        </p:nvSpPr>
        <p:spPr>
          <a:xfrm>
            <a:off x="7433733" y="-18288"/>
            <a:ext cx="3276599" cy="6903720"/>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de-DE"/>
              <a:t>Bild durch Klicken auf Symbol hinzufügen</a:t>
            </a:r>
            <a:endParaRPr lang="en-US" dirty="0"/>
          </a:p>
        </p:txBody>
      </p:sp>
      <p:sp>
        <p:nvSpPr>
          <p:cNvPr id="4" name="Text Placeholder 3"/>
          <p:cNvSpPr>
            <a:spLocks noGrp="1"/>
          </p:cNvSpPr>
          <p:nvPr>
            <p:ph type="body" sz="half" idx="2"/>
          </p:nvPr>
        </p:nvSpPr>
        <p:spPr>
          <a:xfrm>
            <a:off x="1141411" y="2971800"/>
            <a:ext cx="5334001" cy="1828800"/>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a:xfrm>
            <a:off x="6399212" y="5883275"/>
            <a:ext cx="914400" cy="365125"/>
          </a:xfrm>
        </p:spPr>
        <p:txBody>
          <a:bodyPr/>
          <a:lstStyle/>
          <a:p>
            <a:fld id="{52F0BF35-0F67-48A5-B6BE-742A86A92D84}" type="datetime1">
              <a:rPr lang="de-CH" smtClean="0"/>
              <a:t>03.07.2025</a:t>
            </a:fld>
            <a:endParaRPr lang="en-US" dirty="0"/>
          </a:p>
        </p:txBody>
      </p:sp>
      <p:sp>
        <p:nvSpPr>
          <p:cNvPr id="6" name="Footer Placeholder 5"/>
          <p:cNvSpPr>
            <a:spLocks noGrp="1"/>
          </p:cNvSpPr>
          <p:nvPr>
            <p:ph type="ftr" sz="quarter" idx="11"/>
          </p:nvPr>
        </p:nvSpPr>
        <p:spPr>
          <a:xfrm>
            <a:off x="1141412" y="5883275"/>
            <a:ext cx="5105400" cy="365125"/>
          </a:xfrm>
        </p:spPr>
        <p:txBody>
          <a:bodyPr/>
          <a:lstStyle/>
          <a:p>
            <a:r>
              <a:rPr lang="en-US"/>
              <a:t>Bretscher Jan</a:t>
            </a:r>
            <a:endParaRPr lang="en-US" dirty="0"/>
          </a:p>
        </p:txBody>
      </p:sp>
      <p:sp>
        <p:nvSpPr>
          <p:cNvPr id="7" name="Slide Number Placeholder 6"/>
          <p:cNvSpPr>
            <a:spLocks noGrp="1"/>
          </p:cNvSpPr>
          <p:nvPr>
            <p:ph type="sldNum" sz="quarter" idx="12"/>
          </p:nvPr>
        </p:nvSpPr>
        <p:spPr>
          <a:xfrm>
            <a:off x="10742612" y="5883275"/>
            <a:ext cx="322567" cy="365125"/>
          </a:xfrm>
        </p:spPr>
        <p:txBody>
          <a:bodyPr/>
          <a:lstStyle/>
          <a:p>
            <a:fld id="{D57F1E4F-1CFF-5643-939E-217C01CDF565}" type="slidenum">
              <a:rPr lang="en-US" dirty="0"/>
              <a:pPr/>
              <a:t>‹Nr.›</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abild mit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1141413" y="4732865"/>
            <a:ext cx="9906000" cy="566738"/>
          </a:xfrm>
        </p:spPr>
        <p:txBody>
          <a:bodyPr anchor="b">
            <a:normAutofit/>
          </a:bodyPr>
          <a:lstStyle>
            <a:lvl1pPr algn="l">
              <a:defRPr sz="2400" b="0"/>
            </a:lvl1pPr>
          </a:lstStyle>
          <a:p>
            <a:r>
              <a:rPr lang="de-DE"/>
              <a:t>Mastertitelformat bearbeiten</a:t>
            </a:r>
            <a:endParaRPr lang="en-US" dirty="0"/>
          </a:p>
        </p:txBody>
      </p:sp>
      <p:sp>
        <p:nvSpPr>
          <p:cNvPr id="3" name="Picture Placeholder 2"/>
          <p:cNvSpPr>
            <a:spLocks noGrp="1" noChangeAspect="1"/>
          </p:cNvSpPr>
          <p:nvPr>
            <p:ph type="pic" idx="1"/>
          </p:nvPr>
        </p:nvSpPr>
        <p:spPr>
          <a:xfrm>
            <a:off x="19796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de-DE"/>
              <a:t>Bild durch Klicken auf Symbol hinzufügen</a:t>
            </a:r>
            <a:endParaRPr lang="en-US" dirty="0"/>
          </a:p>
        </p:txBody>
      </p:sp>
      <p:sp>
        <p:nvSpPr>
          <p:cNvPr id="4" name="Text Placeholder 3"/>
          <p:cNvSpPr>
            <a:spLocks noGrp="1"/>
          </p:cNvSpPr>
          <p:nvPr>
            <p:ph type="body" sz="half" idx="2"/>
          </p:nvPr>
        </p:nvSpPr>
        <p:spPr>
          <a:xfrm>
            <a:off x="1141413" y="5299603"/>
            <a:ext cx="9906000" cy="493712"/>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Mastertextformat bearbeiten</a:t>
            </a:r>
          </a:p>
        </p:txBody>
      </p:sp>
      <p:sp>
        <p:nvSpPr>
          <p:cNvPr id="5" name="Date Placeholder 4"/>
          <p:cNvSpPr>
            <a:spLocks noGrp="1"/>
          </p:cNvSpPr>
          <p:nvPr>
            <p:ph type="dt" sz="half" idx="10"/>
          </p:nvPr>
        </p:nvSpPr>
        <p:spPr/>
        <p:txBody>
          <a:bodyPr/>
          <a:lstStyle/>
          <a:p>
            <a:fld id="{7CA9334F-A6F1-4D3D-BB69-73EA677B3B62}" type="datetime1">
              <a:rPr lang="de-CH" smtClean="0"/>
              <a:t>03.07.2025</a:t>
            </a:fld>
            <a:endParaRPr lang="en-US" dirty="0"/>
          </a:p>
        </p:txBody>
      </p:sp>
      <p:sp>
        <p:nvSpPr>
          <p:cNvPr id="6" name="Footer Placeholder 5"/>
          <p:cNvSpPr>
            <a:spLocks noGrp="1"/>
          </p:cNvSpPr>
          <p:nvPr>
            <p:ph type="ftr" sz="quarter" idx="11"/>
          </p:nvPr>
        </p:nvSpPr>
        <p:spPr/>
        <p:txBody>
          <a:bodyPr/>
          <a:lstStyle/>
          <a:p>
            <a:r>
              <a:rPr lang="en-US"/>
              <a:t>Bretscher Jan</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el und Beschriftung">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3124199"/>
          </a:xfrm>
        </p:spPr>
        <p:txBody>
          <a:bodyPr anchor="ctr">
            <a:normAutofit/>
          </a:bodyPr>
          <a:lstStyle>
            <a:lvl1pPr algn="l">
              <a:defRPr sz="3200" b="0" cap="all"/>
            </a:lvl1pPr>
          </a:lstStyle>
          <a:p>
            <a:r>
              <a:rPr lang="de-DE"/>
              <a:t>Mastertitelformat bearbeiten</a:t>
            </a:r>
            <a:endParaRPr lang="en-US" dirty="0"/>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6A42607B-8DED-4222-85B4-F230D767E3B6}"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Zitat mit Beschriftung">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de-DE"/>
              <a:t>Mastertitelformat bearbeiten</a:t>
            </a:r>
            <a:endParaRPr lang="en-US" dirty="0"/>
          </a:p>
        </p:txBody>
      </p:sp>
      <p:sp>
        <p:nvSpPr>
          <p:cNvPr id="10" name="Text Placeholder 9"/>
          <p:cNvSpPr>
            <a:spLocks noGrp="1"/>
          </p:cNvSpPr>
          <p:nvPr>
            <p:ph type="body" sz="quarter" idx="13"/>
          </p:nvPr>
        </p:nvSpPr>
        <p:spPr>
          <a:xfrm>
            <a:off x="1674812" y="3352800"/>
            <a:ext cx="8839202"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de-DE"/>
              <a:t>Mastertextformat bearbeiten</a:t>
            </a:r>
          </a:p>
        </p:txBody>
      </p:sp>
      <p:sp>
        <p:nvSpPr>
          <p:cNvPr id="3" name="Text Placeholder 2"/>
          <p:cNvSpPr>
            <a:spLocks noGrp="1"/>
          </p:cNvSpPr>
          <p:nvPr>
            <p:ph type="body" idx="1"/>
          </p:nvPr>
        </p:nvSpPr>
        <p:spPr>
          <a:xfrm>
            <a:off x="1141411" y="4343400"/>
            <a:ext cx="9906000" cy="1447800"/>
          </a:xfrm>
        </p:spPr>
        <p:txBody>
          <a:bodyPr anchor="ctr">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D0B7C34E-A140-42E0-94ED-9A45B65CB313}"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nskarte">
    <p:spTree>
      <p:nvGrpSpPr>
        <p:cNvPr id="1" name=""/>
        <p:cNvGrpSpPr/>
        <p:nvPr/>
      </p:nvGrpSpPr>
      <p:grpSpPr>
        <a:xfrm>
          <a:off x="0" y="0"/>
          <a:ext cx="0" cy="0"/>
          <a:chOff x="0" y="0"/>
          <a:chExt cx="0" cy="0"/>
        </a:xfrm>
      </p:grpSpPr>
      <p:sp>
        <p:nvSpPr>
          <p:cNvPr id="2" name="Title 1"/>
          <p:cNvSpPr>
            <a:spLocks noGrp="1"/>
          </p:cNvSpPr>
          <p:nvPr>
            <p:ph type="title"/>
          </p:nvPr>
        </p:nvSpPr>
        <p:spPr>
          <a:xfrm>
            <a:off x="1141412" y="3308581"/>
            <a:ext cx="9906000" cy="1468800"/>
          </a:xfrm>
        </p:spPr>
        <p:txBody>
          <a:bodyPr anchor="b">
            <a:normAutofit/>
          </a:bodyPr>
          <a:lstStyle>
            <a:lvl1pPr algn="l">
              <a:defRPr sz="3200" b="0" cap="all"/>
            </a:lvl1pPr>
          </a:lstStyle>
          <a:p>
            <a:r>
              <a:rPr lang="de-DE"/>
              <a:t>Mastertitelformat bearbeiten</a:t>
            </a:r>
            <a:endParaRPr lang="en-US" dirty="0"/>
          </a:p>
        </p:txBody>
      </p:sp>
      <p:sp>
        <p:nvSpPr>
          <p:cNvPr id="3" name="Text Placeholder 2"/>
          <p:cNvSpPr>
            <a:spLocks noGrp="1"/>
          </p:cNvSpPr>
          <p:nvPr>
            <p:ph type="body" idx="1"/>
          </p:nvPr>
        </p:nvSpPr>
        <p:spPr>
          <a:xfrm>
            <a:off x="1141410" y="4777381"/>
            <a:ext cx="9906001" cy="860400"/>
          </a:xfrm>
        </p:spPr>
        <p:txBody>
          <a:bodyPr anchor="t">
            <a:normAutofit/>
          </a:bodyPr>
          <a:lstStyle>
            <a:lvl1pPr marL="0" indent="0" algn="l">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23959522-A794-43E2-9293-53A2038AE9B9}"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Namenskarte für Zitat">
    <p:spTree>
      <p:nvGrpSpPr>
        <p:cNvPr id="1" name=""/>
        <p:cNvGrpSpPr/>
        <p:nvPr/>
      </p:nvGrpSpPr>
      <p:grpSpPr>
        <a:xfrm>
          <a:off x="0" y="0"/>
          <a:ext cx="0" cy="0"/>
          <a:chOff x="0" y="0"/>
          <a:chExt cx="0" cy="0"/>
        </a:xfrm>
      </p:grpSpPr>
      <p:sp>
        <p:nvSpPr>
          <p:cNvPr id="14" name="TextBox 13"/>
          <p:cNvSpPr txBox="1"/>
          <p:nvPr/>
        </p:nvSpPr>
        <p:spPr>
          <a:xfrm>
            <a:off x="836612" y="7868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accent1"/>
                </a:solidFill>
              </a:rPr>
              <a:t>“</a:t>
            </a:r>
          </a:p>
        </p:txBody>
      </p:sp>
      <p:sp>
        <p:nvSpPr>
          <p:cNvPr id="15" name="TextBox 14"/>
          <p:cNvSpPr txBox="1"/>
          <p:nvPr/>
        </p:nvSpPr>
        <p:spPr>
          <a:xfrm>
            <a:off x="10437812" y="2743200"/>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accent1"/>
                </a:solidFill>
              </a:rPr>
              <a:t>”</a:t>
            </a:r>
          </a:p>
        </p:txBody>
      </p:sp>
      <p:sp>
        <p:nvSpPr>
          <p:cNvPr id="2" name="Title 1"/>
          <p:cNvSpPr>
            <a:spLocks noGrp="1"/>
          </p:cNvSpPr>
          <p:nvPr>
            <p:ph type="title"/>
          </p:nvPr>
        </p:nvSpPr>
        <p:spPr>
          <a:xfrm>
            <a:off x="1446213" y="609601"/>
            <a:ext cx="9296398" cy="2743199"/>
          </a:xfrm>
        </p:spPr>
        <p:txBody>
          <a:bodyPr anchor="ctr">
            <a:normAutofit/>
          </a:bodyPr>
          <a:lstStyle>
            <a:lvl1pPr algn="l">
              <a:defRPr sz="3200" b="0" cap="all">
                <a:solidFill>
                  <a:schemeClr val="tx1"/>
                </a:solidFill>
              </a:defRPr>
            </a:lvl1pPr>
          </a:lstStyle>
          <a:p>
            <a:r>
              <a:rPr lang="de-DE"/>
              <a:t>Mastertitelformat bearbeiten</a:t>
            </a:r>
            <a:endParaRPr lang="en-US" dirty="0"/>
          </a:p>
        </p:txBody>
      </p:sp>
      <p:sp>
        <p:nvSpPr>
          <p:cNvPr id="10" name="Text Placeholder 9"/>
          <p:cNvSpPr>
            <a:spLocks noGrp="1"/>
          </p:cNvSpPr>
          <p:nvPr>
            <p:ph type="body" sz="quarter" idx="13"/>
          </p:nvPr>
        </p:nvSpPr>
        <p:spPr>
          <a:xfrm>
            <a:off x="1141412" y="3886200"/>
            <a:ext cx="9906000" cy="889000"/>
          </a:xfrm>
        </p:spPr>
        <p:txBody>
          <a:bodyPr vert="horz" lIns="91440" tIns="45720" rIns="91440" bIns="45720" rtlCol="0" anchor="b">
            <a:normAutofit/>
          </a:bodyPr>
          <a:lstStyle>
            <a:lvl1pPr>
              <a:buNone/>
              <a:defRPr lang="en-US" sz="2400" b="0" cap="all" dirty="0">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de-DE"/>
              <a:t>Mastertextformat bearbeiten</a:t>
            </a:r>
          </a:p>
        </p:txBody>
      </p:sp>
      <p:sp>
        <p:nvSpPr>
          <p:cNvPr id="3" name="Text Placeholder 2"/>
          <p:cNvSpPr>
            <a:spLocks noGrp="1"/>
          </p:cNvSpPr>
          <p:nvPr>
            <p:ph type="body" idx="1"/>
          </p:nvPr>
        </p:nvSpPr>
        <p:spPr>
          <a:xfrm>
            <a:off x="1141411" y="4775200"/>
            <a:ext cx="9906000" cy="10160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959B189F-9FBA-42D6-83F1-D5A5BF3B25E8}"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Wahr oder Falsch">
    <p:spTree>
      <p:nvGrpSpPr>
        <p:cNvPr id="1" name=""/>
        <p:cNvGrpSpPr/>
        <p:nvPr/>
      </p:nvGrpSpPr>
      <p:grpSpPr>
        <a:xfrm>
          <a:off x="0" y="0"/>
          <a:ext cx="0" cy="0"/>
          <a:chOff x="0" y="0"/>
          <a:chExt cx="0" cy="0"/>
        </a:xfrm>
      </p:grpSpPr>
      <p:sp>
        <p:nvSpPr>
          <p:cNvPr id="2" name="Title 1"/>
          <p:cNvSpPr>
            <a:spLocks noGrp="1"/>
          </p:cNvSpPr>
          <p:nvPr>
            <p:ph type="title"/>
          </p:nvPr>
        </p:nvSpPr>
        <p:spPr>
          <a:xfrm>
            <a:off x="1141412" y="609601"/>
            <a:ext cx="9905999" cy="2743199"/>
          </a:xfrm>
        </p:spPr>
        <p:txBody>
          <a:bodyPr vert="horz" lIns="91440" tIns="45720" rIns="91440" bIns="45720" rtlCol="0" anchor="ctr">
            <a:normAutofit/>
          </a:bodyPr>
          <a:lstStyle>
            <a:lvl1pPr>
              <a:defRPr lang="en-US" b="0" dirty="0"/>
            </a:lvl1pPr>
          </a:lstStyle>
          <a:p>
            <a:pPr marL="0" lvl="0"/>
            <a:r>
              <a:rPr lang="de-DE"/>
              <a:t>Mastertitelformat bearbeiten</a:t>
            </a:r>
            <a:endParaRPr lang="en-US" dirty="0"/>
          </a:p>
        </p:txBody>
      </p:sp>
      <p:sp>
        <p:nvSpPr>
          <p:cNvPr id="10" name="Text Placeholder 9"/>
          <p:cNvSpPr>
            <a:spLocks noGrp="1"/>
          </p:cNvSpPr>
          <p:nvPr>
            <p:ph type="body" sz="quarter" idx="13"/>
          </p:nvPr>
        </p:nvSpPr>
        <p:spPr>
          <a:xfrm>
            <a:off x="1141412" y="3505200"/>
            <a:ext cx="9906000" cy="838200"/>
          </a:xfrm>
        </p:spPr>
        <p:txBody>
          <a:bodyPr vert="horz" lIns="91440" tIns="45720" rIns="91440" bIns="45720" rtlCol="0" anchor="b">
            <a:normAutofit/>
          </a:bodyPr>
          <a:lstStyle>
            <a:lvl1pPr>
              <a:buNone/>
              <a:defRPr lang="en-US" sz="2800" b="0" cap="all" dirty="0">
                <a:ln w="3175" cmpd="sng">
                  <a:noFill/>
                </a:ln>
                <a:solidFill>
                  <a:schemeClr val="tx1"/>
                </a:soli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de-DE"/>
              <a:t>Mastertextformat bearbeiten</a:t>
            </a:r>
          </a:p>
        </p:txBody>
      </p:sp>
      <p:sp>
        <p:nvSpPr>
          <p:cNvPr id="3" name="Text Placeholder 2"/>
          <p:cNvSpPr>
            <a:spLocks noGrp="1"/>
          </p:cNvSpPr>
          <p:nvPr>
            <p:ph type="body" idx="1"/>
          </p:nvPr>
        </p:nvSpPr>
        <p:spPr>
          <a:xfrm>
            <a:off x="1141411" y="4343400"/>
            <a:ext cx="9906000"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E21F56C9-0F7A-4BEE-B5CE-AAC5472931A9}"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7" name="Title 1"/>
          <p:cNvSpPr>
            <a:spLocks noGrp="1"/>
          </p:cNvSpPr>
          <p:nvPr>
            <p:ph type="title"/>
          </p:nvPr>
        </p:nvSpPr>
        <p:spPr>
          <a:xfrm>
            <a:off x="1141413" y="609600"/>
            <a:ext cx="9905998" cy="1905000"/>
          </a:xfrm>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ncho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FB6FAC3C-DC25-42A2-BF9A-74461CEF9291}"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6898" y="609599"/>
            <a:ext cx="2210514" cy="5181601"/>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141412" y="609600"/>
            <a:ext cx="7543800" cy="5181600"/>
          </a:xfrm>
        </p:spPr>
        <p:txBody>
          <a:bodyPr vert="eaVert" ancho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69365E01-A3B2-4FE9-81DA-E3AAB9DADE07}" type="datetime1">
              <a:rPr lang="de-CH" smtClean="0"/>
              <a:t>03.07.2025</a:t>
            </a:fld>
            <a:endParaRPr lang="en-US" dirty="0"/>
          </a:p>
        </p:txBody>
      </p:sp>
      <p:sp>
        <p:nvSpPr>
          <p:cNvPr id="5" name="Footer Placeholder 4"/>
          <p:cNvSpPr>
            <a:spLocks noGrp="1"/>
          </p:cNvSpPr>
          <p:nvPr>
            <p:ph type="ftr" sz="quarter" idx="11"/>
          </p:nvPr>
        </p:nvSpPr>
        <p:spPr/>
        <p:txBody>
          <a:bodyPr/>
          <a:lstStyle/>
          <a:p>
            <a:r>
              <a:rPr lang="en-US"/>
              <a:t>Bretscher Jan</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‹Nr.›</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141413" y="609600"/>
            <a:ext cx="9905998" cy="1905000"/>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141413" y="2666999"/>
            <a:ext cx="9905998" cy="3124201"/>
          </a:xfrm>
          <a:prstGeom prst="rect">
            <a:avLst/>
          </a:prstGeom>
        </p:spPr>
        <p:txBody>
          <a:bodyPr vert="horz" lIns="91440" tIns="45720" rIns="91440" bIns="45720" rtlCol="0" anchor="ctr">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8837612" y="5883275"/>
            <a:ext cx="1600200"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ADF25151-14EB-4498-B760-BB48DCA65FF1}" type="datetime1">
              <a:rPr lang="de-CH" smtClean="0"/>
              <a:t>03.07.2025</a:t>
            </a:fld>
            <a:endParaRPr lang="en-US" dirty="0"/>
          </a:p>
        </p:txBody>
      </p:sp>
      <p:sp>
        <p:nvSpPr>
          <p:cNvPr id="5" name="Footer Placeholder 4"/>
          <p:cNvSpPr>
            <a:spLocks noGrp="1"/>
          </p:cNvSpPr>
          <p:nvPr>
            <p:ph type="ftr" sz="quarter" idx="3"/>
          </p:nvPr>
        </p:nvSpPr>
        <p:spPr>
          <a:xfrm>
            <a:off x="1141412" y="5883275"/>
            <a:ext cx="7543800" cy="365125"/>
          </a:xfrm>
          <a:prstGeom prst="rect">
            <a:avLst/>
          </a:prstGeom>
        </p:spPr>
        <p:txBody>
          <a:bodyPr vert="horz" lIns="91440" tIns="45720" rIns="91440" bIns="45720" rtlCol="0" anchor="ctr"/>
          <a:lstStyle>
            <a:lvl1pPr algn="l">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r>
              <a:rPr lang="en-US"/>
              <a:t>Bretscher Jan</a:t>
            </a:r>
            <a:endParaRPr lang="en-US" dirty="0"/>
          </a:p>
        </p:txBody>
      </p:sp>
      <p:sp>
        <p:nvSpPr>
          <p:cNvPr id="6" name="Slide Number Placeholder 5"/>
          <p:cNvSpPr>
            <a:spLocks noGrp="1"/>
          </p:cNvSpPr>
          <p:nvPr>
            <p:ph type="sldNum" sz="quarter" idx="4"/>
          </p:nvPr>
        </p:nvSpPr>
        <p:spPr>
          <a:xfrm>
            <a:off x="10514012" y="5883275"/>
            <a:ext cx="551167" cy="365125"/>
          </a:xfrm>
          <a:prstGeom prst="rect">
            <a:avLst/>
          </a:prstGeom>
        </p:spPr>
        <p:txBody>
          <a:bodyPr vert="horz" lIns="91440" tIns="45720" rIns="91440" bIns="45720" rtlCol="0" anchor="ctr"/>
          <a:lstStyle>
            <a:lvl1pPr algn="r">
              <a:defRPr sz="900" b="1" i="0">
                <a:solidFill>
                  <a:schemeClr val="tx1">
                    <a:lumMod val="75000"/>
                  </a:schemeClr>
                </a:solidFill>
                <a:effectLst>
                  <a:outerShdw blurRad="50800" dist="38100" dir="2700000" algn="tl" rotWithShape="0">
                    <a:srgbClr val="000000">
                      <a:alpha val="43000"/>
                    </a:srgbClr>
                  </a:outerShdw>
                </a:effectLst>
                <a:latin typeface="+mn-lt"/>
              </a:defRPr>
            </a:lvl1pPr>
          </a:lstStyle>
          <a:p>
            <a:fld id="{D57F1E4F-1CFF-5643-939E-217C01CDF565}" type="slidenum">
              <a:rPr lang="en-US" dirty="0"/>
              <a:pPr/>
              <a:t>‹Nr.›</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hf hdr="0"/>
  <p:txStyles>
    <p:titleStyle>
      <a:lvl1pPr algn="l" defTabSz="457200" rtl="0" eaLnBrk="1" latinLnBrk="0" hangingPunct="1">
        <a:spcBef>
          <a:spcPct val="0"/>
        </a:spcBef>
        <a:buNone/>
        <a:defRPr sz="3200" kern="1200" cap="all">
          <a:ln w="3175" cmpd="sng">
            <a:noFill/>
          </a:ln>
          <a:solidFill>
            <a:schemeClr val="accent1"/>
          </a:soli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100000"/>
        <a:buFont typeface="Arial"/>
        <a:buChar char="•"/>
        <a:defRPr sz="20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100000"/>
        <a:buFont typeface="Arial"/>
        <a:buChar char="•"/>
        <a:defRPr sz="18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100000"/>
        <a:buFont typeface="Arial"/>
        <a:buChar char="•"/>
        <a:defRPr sz="16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100000"/>
        <a:buFont typeface="Arial"/>
        <a:buChar char="•"/>
        <a:defRPr sz="14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25146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29718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34290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3886200" indent="-228600" algn="l" defTabSz="457200" rtl="0" eaLnBrk="1" latinLnBrk="0" hangingPunct="1">
        <a:spcBef>
          <a:spcPct val="20000"/>
        </a:spcBef>
        <a:spcAft>
          <a:spcPts val="600"/>
        </a:spcAft>
        <a:buClr>
          <a:schemeClr val="accent1"/>
        </a:buClr>
        <a:buSzPct val="100000"/>
        <a:buFont typeface="Arial"/>
        <a:buChar char="•"/>
        <a:defRPr sz="1200" kern="1200" cap="small">
          <a:solidFill>
            <a:schemeClr val="tx1"/>
          </a:soli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jpeg"/><Relationship Id="rId7" Type="http://schemas.openxmlformats.org/officeDocument/2006/relationships/diagramColors" Target="../diagrams/colors1.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jpeg"/><Relationship Id="rId7" Type="http://schemas.openxmlformats.org/officeDocument/2006/relationships/diagramColors" Target="../diagrams/colors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873A16-6D71-615F-74E6-AEE9D5083C99}"/>
              </a:ext>
            </a:extLst>
          </p:cNvPr>
          <p:cNvSpPr>
            <a:spLocks noGrp="1"/>
          </p:cNvSpPr>
          <p:nvPr>
            <p:ph type="ctrTitle"/>
          </p:nvPr>
        </p:nvSpPr>
        <p:spPr/>
        <p:txBody>
          <a:bodyPr/>
          <a:lstStyle/>
          <a:p>
            <a:r>
              <a:rPr lang="de-CH" cap="none" dirty="0" err="1">
                <a:latin typeface="+mn-lt"/>
              </a:rPr>
              <a:t>NooThesi</a:t>
            </a:r>
            <a:br>
              <a:rPr lang="de-CH" dirty="0"/>
            </a:br>
            <a:r>
              <a:rPr lang="de-CH" dirty="0"/>
              <a:t>Flashcard App</a:t>
            </a:r>
          </a:p>
        </p:txBody>
      </p:sp>
      <p:sp>
        <p:nvSpPr>
          <p:cNvPr id="3" name="Untertitel 2">
            <a:extLst>
              <a:ext uri="{FF2B5EF4-FFF2-40B4-BE49-F238E27FC236}">
                <a16:creationId xmlns:a16="http://schemas.microsoft.com/office/drawing/2014/main" id="{0DC0D6D7-2241-D61B-6638-80F718A0E750}"/>
              </a:ext>
            </a:extLst>
          </p:cNvPr>
          <p:cNvSpPr>
            <a:spLocks noGrp="1"/>
          </p:cNvSpPr>
          <p:nvPr>
            <p:ph type="subTitle" idx="1"/>
          </p:nvPr>
        </p:nvSpPr>
        <p:spPr/>
        <p:txBody>
          <a:bodyPr/>
          <a:lstStyle/>
          <a:p>
            <a:r>
              <a:rPr lang="de-CH" dirty="0"/>
              <a:t>By Bretscher Jan</a:t>
            </a:r>
          </a:p>
        </p:txBody>
      </p:sp>
      <p:sp>
        <p:nvSpPr>
          <p:cNvPr id="4" name="Datumsplatzhalter 3">
            <a:extLst>
              <a:ext uri="{FF2B5EF4-FFF2-40B4-BE49-F238E27FC236}">
                <a16:creationId xmlns:a16="http://schemas.microsoft.com/office/drawing/2014/main" id="{15CD363E-EFD1-E755-F394-698B473466D1}"/>
              </a:ext>
            </a:extLst>
          </p:cNvPr>
          <p:cNvSpPr>
            <a:spLocks noGrp="1"/>
          </p:cNvSpPr>
          <p:nvPr>
            <p:ph type="dt" sz="half" idx="10"/>
          </p:nvPr>
        </p:nvSpPr>
        <p:spPr/>
        <p:txBody>
          <a:bodyPr/>
          <a:lstStyle/>
          <a:p>
            <a:fld id="{8C4DC851-43CB-487F-B909-D45FDA963203}" type="datetime1">
              <a:rPr lang="de-CH" smtClean="0"/>
              <a:t>03.07.2025</a:t>
            </a:fld>
            <a:endParaRPr lang="en-US" dirty="0"/>
          </a:p>
        </p:txBody>
      </p:sp>
      <p:sp>
        <p:nvSpPr>
          <p:cNvPr id="5" name="Fußzeilenplatzhalter 4">
            <a:extLst>
              <a:ext uri="{FF2B5EF4-FFF2-40B4-BE49-F238E27FC236}">
                <a16:creationId xmlns:a16="http://schemas.microsoft.com/office/drawing/2014/main" id="{0FCA0122-C9AB-499F-7050-058472421D8E}"/>
              </a:ext>
            </a:extLst>
          </p:cNvPr>
          <p:cNvSpPr>
            <a:spLocks noGrp="1"/>
          </p:cNvSpPr>
          <p:nvPr>
            <p:ph type="ftr" sz="quarter" idx="11"/>
          </p:nvPr>
        </p:nvSpPr>
        <p:spPr/>
        <p:txBody>
          <a:bodyPr/>
          <a:lstStyle/>
          <a:p>
            <a:r>
              <a:rPr lang="en-US"/>
              <a:t>Bretscher Jan</a:t>
            </a:r>
            <a:endParaRPr lang="en-US" dirty="0"/>
          </a:p>
        </p:txBody>
      </p:sp>
      <p:sp>
        <p:nvSpPr>
          <p:cNvPr id="6" name="Foliennummernplatzhalter 5">
            <a:extLst>
              <a:ext uri="{FF2B5EF4-FFF2-40B4-BE49-F238E27FC236}">
                <a16:creationId xmlns:a16="http://schemas.microsoft.com/office/drawing/2014/main" id="{680F1983-FDFA-0457-8073-91A239A4D6EF}"/>
              </a:ext>
            </a:extLst>
          </p:cNvPr>
          <p:cNvSpPr>
            <a:spLocks noGrp="1"/>
          </p:cNvSpPr>
          <p:nvPr>
            <p:ph type="sldNum" sz="quarter" idx="12"/>
          </p:nvPr>
        </p:nvSpPr>
        <p:spPr/>
        <p:txBody>
          <a:bodyPr/>
          <a:lstStyle/>
          <a:p>
            <a:fld id="{D57F1E4F-1CFF-5643-939E-217C01CDF565}" type="slidenum">
              <a:rPr lang="en-US" smtClean="0"/>
              <a:pPr/>
              <a:t>1</a:t>
            </a:fld>
            <a:endParaRPr lang="en-US" dirty="0"/>
          </a:p>
        </p:txBody>
      </p:sp>
    </p:spTree>
    <p:extLst>
      <p:ext uri="{BB962C8B-B14F-4D97-AF65-F5344CB8AC3E}">
        <p14:creationId xmlns:p14="http://schemas.microsoft.com/office/powerpoint/2010/main" val="8615864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p:txBody>
          <a:bodyPr/>
          <a:lstStyle/>
          <a:p>
            <a:r>
              <a:rPr lang="de-CH" dirty="0"/>
              <a:t>Inhalt</a:t>
            </a:r>
          </a:p>
        </p:txBody>
      </p:sp>
      <p:sp>
        <p:nvSpPr>
          <p:cNvPr id="3" name="Inhaltsplatzhalter 2">
            <a:extLst>
              <a:ext uri="{FF2B5EF4-FFF2-40B4-BE49-F238E27FC236}">
                <a16:creationId xmlns:a16="http://schemas.microsoft.com/office/drawing/2014/main" id="{72D6D545-63D4-38FA-537B-825ABCF69019}"/>
              </a:ext>
            </a:extLst>
          </p:cNvPr>
          <p:cNvSpPr>
            <a:spLocks noGrp="1"/>
          </p:cNvSpPr>
          <p:nvPr>
            <p:ph idx="1"/>
          </p:nvPr>
        </p:nvSpPr>
        <p:spPr/>
        <p:txBody>
          <a:bodyPr>
            <a:normAutofit fontScale="92500" lnSpcReduction="10000"/>
          </a:bodyPr>
          <a:lstStyle/>
          <a:p>
            <a:pPr algn="l">
              <a:buFont typeface="Arial" panose="020B0604020202020204" pitchFamily="34" charset="0"/>
              <a:buChar char="•"/>
            </a:pPr>
            <a:r>
              <a:rPr lang="de-DE" b="0" i="0" dirty="0">
                <a:effectLst/>
                <a:latin typeface="-apple-system"/>
              </a:rPr>
              <a:t>Thema</a:t>
            </a:r>
          </a:p>
          <a:p>
            <a:pPr>
              <a:buFont typeface="Arial" panose="020B0604020202020204" pitchFamily="34" charset="0"/>
              <a:buChar char="•"/>
            </a:pPr>
            <a:r>
              <a:rPr lang="de-DE" b="0" i="0" dirty="0">
                <a:effectLst/>
                <a:latin typeface="-apple-system"/>
              </a:rPr>
              <a:t>Ziele</a:t>
            </a:r>
          </a:p>
          <a:p>
            <a:pPr>
              <a:buFont typeface="Arial" panose="020B0604020202020204" pitchFamily="34" charset="0"/>
              <a:buChar char="•"/>
            </a:pPr>
            <a:r>
              <a:rPr lang="de-DE" dirty="0">
                <a:effectLst/>
                <a:latin typeface="-apple-system"/>
              </a:rPr>
              <a:t>Pros/Contras</a:t>
            </a:r>
            <a:endParaRPr lang="de-DE" b="0" i="0" dirty="0">
              <a:effectLst/>
              <a:latin typeface="-apple-system"/>
            </a:endParaRPr>
          </a:p>
          <a:p>
            <a:pPr>
              <a:buFont typeface="Arial" panose="020B0604020202020204" pitchFamily="34" charset="0"/>
              <a:buChar char="•"/>
            </a:pPr>
            <a:r>
              <a:rPr lang="de-DE" b="0" i="0" dirty="0">
                <a:effectLst/>
                <a:latin typeface="-apple-system"/>
              </a:rPr>
              <a:t>Datenbankabfragen</a:t>
            </a:r>
          </a:p>
          <a:p>
            <a:pPr algn="l">
              <a:buFont typeface="Arial" panose="020B0604020202020204" pitchFamily="34" charset="0"/>
              <a:buChar char="•"/>
            </a:pPr>
            <a:r>
              <a:rPr lang="de-DE" b="0" i="0" dirty="0">
                <a:effectLst/>
                <a:latin typeface="-apple-system"/>
              </a:rPr>
              <a:t>Datenbank</a:t>
            </a:r>
          </a:p>
          <a:p>
            <a:pPr algn="l">
              <a:buFont typeface="Arial" panose="020B0604020202020204" pitchFamily="34" charset="0"/>
              <a:buChar char="•"/>
            </a:pPr>
            <a:r>
              <a:rPr lang="de-DE" b="0" i="0" dirty="0">
                <a:effectLst/>
                <a:latin typeface="-apple-system"/>
              </a:rPr>
              <a:t>Demonstration</a:t>
            </a:r>
          </a:p>
          <a:p>
            <a:pPr algn="l">
              <a:buFont typeface="Arial" panose="020B0604020202020204" pitchFamily="34" charset="0"/>
              <a:buChar char="•"/>
            </a:pPr>
            <a:r>
              <a:rPr lang="de-DE" b="0" i="0" dirty="0">
                <a:effectLst/>
                <a:latin typeface="-apple-system"/>
              </a:rPr>
              <a:t>Fazit</a:t>
            </a:r>
            <a:endParaRPr lang="de-CH" dirty="0"/>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p:txBody>
          <a:bodyPr/>
          <a:lstStyle/>
          <a:p>
            <a:fld id="{AC987ADF-82B0-44B0-AD36-34160B6A502C}" type="datetime1">
              <a:rPr lang="de-CH" smtClean="0"/>
              <a:t>03.07.2025</a:t>
            </a:fld>
            <a:endParaRPr lang="en-US" dirty="0"/>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p:txBody>
          <a:bodyPr/>
          <a:lstStyle/>
          <a:p>
            <a:r>
              <a:rPr lang="en-US"/>
              <a:t>Bretscher Jan</a:t>
            </a:r>
            <a:endParaRPr lang="en-US" dirty="0"/>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p:txBody>
          <a:bodyPr/>
          <a:lstStyle/>
          <a:p>
            <a:fld id="{D57F1E4F-1CFF-5643-939E-217C01CDF565}" type="slidenum">
              <a:rPr lang="en-US" smtClean="0"/>
              <a:pPr/>
              <a:t>2</a:t>
            </a:fld>
            <a:endParaRPr lang="en-US" dirty="0"/>
          </a:p>
        </p:txBody>
      </p:sp>
    </p:spTree>
    <p:extLst>
      <p:ext uri="{BB962C8B-B14F-4D97-AF65-F5344CB8AC3E}">
        <p14:creationId xmlns:p14="http://schemas.microsoft.com/office/powerpoint/2010/main" val="366785528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643192" y="609600"/>
            <a:ext cx="3643674" cy="1905000"/>
          </a:xfrm>
        </p:spPr>
        <p:txBody>
          <a:bodyPr>
            <a:normAutofit/>
          </a:bodyPr>
          <a:lstStyle/>
          <a:p>
            <a:r>
              <a:rPr lang="de-DE" sz="2800" b="0" i="0">
                <a:effectLst/>
                <a:latin typeface="-apple-system"/>
              </a:rPr>
              <a:t>Flashcard-Desktop app</a:t>
            </a:r>
            <a:endParaRPr lang="de-CH" sz="2800"/>
          </a:p>
        </p:txBody>
      </p:sp>
      <p:sp>
        <p:nvSpPr>
          <p:cNvPr id="3" name="Inhaltsplatzhalter 2">
            <a:extLst>
              <a:ext uri="{FF2B5EF4-FFF2-40B4-BE49-F238E27FC236}">
                <a16:creationId xmlns:a16="http://schemas.microsoft.com/office/drawing/2014/main" id="{72D6D545-63D4-38FA-537B-825ABCF69019}"/>
              </a:ext>
            </a:extLst>
          </p:cNvPr>
          <p:cNvSpPr>
            <a:spLocks noGrp="1"/>
          </p:cNvSpPr>
          <p:nvPr>
            <p:ph idx="1"/>
          </p:nvPr>
        </p:nvSpPr>
        <p:spPr>
          <a:xfrm>
            <a:off x="643192" y="2666999"/>
            <a:ext cx="3643674" cy="3216276"/>
          </a:xfrm>
        </p:spPr>
        <p:txBody>
          <a:bodyPr>
            <a:normAutofit/>
          </a:bodyPr>
          <a:lstStyle/>
          <a:p>
            <a:r>
              <a:rPr lang="de-CH" dirty="0"/>
              <a:t>Nützliche App für Lernende/Schüler</a:t>
            </a:r>
          </a:p>
          <a:p>
            <a:r>
              <a:rPr lang="de-CH" dirty="0"/>
              <a:t>Praxiserfahrung in vielen Bereichen</a:t>
            </a:r>
          </a:p>
          <a:p>
            <a:pPr lvl="1"/>
            <a:r>
              <a:rPr lang="de-CH" dirty="0"/>
              <a:t>Datenbank</a:t>
            </a:r>
          </a:p>
          <a:p>
            <a:pPr lvl="1"/>
            <a:r>
              <a:rPr lang="de-CH" dirty="0"/>
              <a:t>Frontend/Backend</a:t>
            </a:r>
          </a:p>
          <a:p>
            <a:pPr lvl="1"/>
            <a:r>
              <a:rPr lang="de-CH" dirty="0"/>
              <a:t>Netzwerksicherheit</a:t>
            </a:r>
          </a:p>
          <a:p>
            <a:endParaRPr lang="de-CH" sz="1800" dirty="0"/>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5883275"/>
            <a:ext cx="7543800" cy="365125"/>
          </a:xfrm>
        </p:spPr>
        <p:txBody>
          <a:bodyPr>
            <a:normAutofit/>
          </a:bodyPr>
          <a:lstStyle/>
          <a:p>
            <a:pPr>
              <a:spcAft>
                <a:spcPts val="600"/>
              </a:spcAft>
            </a:pPr>
            <a:r>
              <a:rPr lang="en-US"/>
              <a:t>Bretscher Jan</a:t>
            </a:r>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5883275"/>
            <a:ext cx="1600200" cy="365125"/>
          </a:xfrm>
        </p:spPr>
        <p:txBody>
          <a:bodyPr>
            <a:normAutofit/>
          </a:bodyPr>
          <a:lstStyle/>
          <a:p>
            <a:pPr>
              <a:spcAft>
                <a:spcPts val="600"/>
              </a:spcAft>
            </a:pPr>
            <a:fld id="{AC987ADF-82B0-44B0-AD36-34160B6A502C}" type="datetime1">
              <a:rPr lang="de-CH" smtClean="0"/>
              <a:pPr>
                <a:spcAft>
                  <a:spcPts val="600"/>
                </a:spcAft>
              </a:pPr>
              <a:t>03.07.2025</a:t>
            </a:fld>
            <a:endParaRPr lang="en-US"/>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5883275"/>
            <a:ext cx="551167" cy="365125"/>
          </a:xfrm>
        </p:spPr>
        <p:txBody>
          <a:bodyPr>
            <a:normAutofit/>
          </a:bodyPr>
          <a:lstStyle/>
          <a:p>
            <a:pPr>
              <a:spcAft>
                <a:spcPts val="600"/>
              </a:spcAft>
            </a:pPr>
            <a:fld id="{D57F1E4F-1CFF-5643-939E-217C01CDF565}" type="slidenum">
              <a:rPr lang="en-US" smtClean="0"/>
              <a:pPr>
                <a:spcAft>
                  <a:spcPts val="600"/>
                </a:spcAft>
              </a:pPr>
              <a:t>3</a:t>
            </a:fld>
            <a:endParaRPr lang="en-US"/>
          </a:p>
        </p:txBody>
      </p:sp>
      <p:pic>
        <p:nvPicPr>
          <p:cNvPr id="9" name="Grafik 8">
            <a:extLst>
              <a:ext uri="{FF2B5EF4-FFF2-40B4-BE49-F238E27FC236}">
                <a16:creationId xmlns:a16="http://schemas.microsoft.com/office/drawing/2014/main" id="{8950CE09-5B20-F44B-6430-42E4119E73FA}"/>
              </a:ext>
            </a:extLst>
          </p:cNvPr>
          <p:cNvPicPr>
            <a:picLocks noChangeAspect="1"/>
          </p:cNvPicPr>
          <p:nvPr/>
        </p:nvPicPr>
        <p:blipFill>
          <a:blip r:embed="rId4"/>
          <a:stretch>
            <a:fillRect/>
          </a:stretch>
        </p:blipFill>
        <p:spPr>
          <a:xfrm>
            <a:off x="5567835" y="1657638"/>
            <a:ext cx="6162672" cy="3142962"/>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Tree>
    <p:extLst>
      <p:ext uri="{BB962C8B-B14F-4D97-AF65-F5344CB8AC3E}">
        <p14:creationId xmlns:p14="http://schemas.microsoft.com/office/powerpoint/2010/main" val="31317870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643192" y="609600"/>
            <a:ext cx="3643674" cy="1905000"/>
          </a:xfrm>
        </p:spPr>
        <p:txBody>
          <a:bodyPr>
            <a:normAutofit/>
          </a:bodyPr>
          <a:lstStyle/>
          <a:p>
            <a:r>
              <a:rPr lang="de-DE" sz="2800" b="0" i="0" dirty="0">
                <a:effectLst/>
                <a:latin typeface="-apple-system"/>
              </a:rPr>
              <a:t>Ziele</a:t>
            </a:r>
            <a:endParaRPr lang="de-CH" sz="2800" dirty="0"/>
          </a:p>
        </p:txBody>
      </p:sp>
      <p:sp>
        <p:nvSpPr>
          <p:cNvPr id="3" name="Inhaltsplatzhalter 2">
            <a:extLst>
              <a:ext uri="{FF2B5EF4-FFF2-40B4-BE49-F238E27FC236}">
                <a16:creationId xmlns:a16="http://schemas.microsoft.com/office/drawing/2014/main" id="{72D6D545-63D4-38FA-537B-825ABCF69019}"/>
              </a:ext>
            </a:extLst>
          </p:cNvPr>
          <p:cNvSpPr>
            <a:spLocks noGrp="1"/>
          </p:cNvSpPr>
          <p:nvPr>
            <p:ph idx="1"/>
          </p:nvPr>
        </p:nvSpPr>
        <p:spPr>
          <a:xfrm>
            <a:off x="643192" y="2230119"/>
            <a:ext cx="3643674" cy="3216276"/>
          </a:xfrm>
        </p:spPr>
        <p:txBody>
          <a:bodyPr>
            <a:normAutofit fontScale="85000" lnSpcReduction="20000"/>
          </a:bodyPr>
          <a:lstStyle/>
          <a:p>
            <a:pPr>
              <a:lnSpc>
                <a:spcPct val="90000"/>
              </a:lnSpc>
            </a:pPr>
            <a:r>
              <a:rPr lang="de-CH" dirty="0"/>
              <a:t>Userverwaltung</a:t>
            </a:r>
          </a:p>
          <a:p>
            <a:pPr lvl="1">
              <a:lnSpc>
                <a:spcPct val="90000"/>
              </a:lnSpc>
            </a:pPr>
            <a:r>
              <a:rPr lang="de-CH" sz="1900" dirty="0"/>
              <a:t>Registrierung/Login</a:t>
            </a:r>
          </a:p>
          <a:p>
            <a:pPr lvl="1">
              <a:lnSpc>
                <a:spcPct val="90000"/>
              </a:lnSpc>
            </a:pPr>
            <a:r>
              <a:rPr lang="de-CH" sz="1900" dirty="0"/>
              <a:t>Decks freigeben</a:t>
            </a:r>
          </a:p>
          <a:p>
            <a:pPr lvl="1">
              <a:lnSpc>
                <a:spcPct val="90000"/>
              </a:lnSpc>
            </a:pPr>
            <a:r>
              <a:rPr lang="de-CH" sz="1900" dirty="0"/>
              <a:t>Follow</a:t>
            </a:r>
          </a:p>
          <a:p>
            <a:pPr>
              <a:lnSpc>
                <a:spcPct val="90000"/>
              </a:lnSpc>
            </a:pPr>
            <a:r>
              <a:rPr lang="de-CH" dirty="0"/>
              <a:t>Import/Export</a:t>
            </a:r>
          </a:p>
          <a:p>
            <a:pPr lvl="1">
              <a:lnSpc>
                <a:spcPct val="90000"/>
              </a:lnSpc>
            </a:pPr>
            <a:r>
              <a:rPr lang="de-CH" sz="1900" dirty="0"/>
              <a:t>Import als CSV &amp; JSON</a:t>
            </a:r>
          </a:p>
          <a:p>
            <a:pPr lvl="1">
              <a:lnSpc>
                <a:spcPct val="90000"/>
              </a:lnSpc>
            </a:pPr>
            <a:r>
              <a:rPr lang="de-CH" sz="1900" dirty="0"/>
              <a:t>Export als CSV &amp; JSON</a:t>
            </a:r>
          </a:p>
          <a:p>
            <a:pPr>
              <a:lnSpc>
                <a:spcPct val="90000"/>
              </a:lnSpc>
            </a:pPr>
            <a:r>
              <a:rPr lang="de-CH" dirty="0"/>
              <a:t>Lernen der Decks</a:t>
            </a:r>
          </a:p>
          <a:p>
            <a:pPr lvl="1">
              <a:lnSpc>
                <a:spcPct val="90000"/>
              </a:lnSpc>
            </a:pPr>
            <a:r>
              <a:rPr lang="de-CH" sz="1900" dirty="0"/>
              <a:t>Karten schreiben</a:t>
            </a:r>
          </a:p>
          <a:p>
            <a:pPr lvl="1">
              <a:lnSpc>
                <a:spcPct val="90000"/>
              </a:lnSpc>
            </a:pPr>
            <a:r>
              <a:rPr lang="de-CH" sz="1900" dirty="0"/>
              <a:t>Eingabe überprüfen</a:t>
            </a:r>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5883275"/>
            <a:ext cx="7543800" cy="365125"/>
          </a:xfrm>
        </p:spPr>
        <p:txBody>
          <a:bodyPr>
            <a:normAutofit/>
          </a:bodyPr>
          <a:lstStyle/>
          <a:p>
            <a:pPr>
              <a:spcAft>
                <a:spcPts val="600"/>
              </a:spcAft>
            </a:pPr>
            <a:r>
              <a:rPr lang="en-US"/>
              <a:t>Bretscher Jan</a:t>
            </a:r>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5883275"/>
            <a:ext cx="1600200" cy="365125"/>
          </a:xfrm>
        </p:spPr>
        <p:txBody>
          <a:bodyPr>
            <a:normAutofit/>
          </a:bodyPr>
          <a:lstStyle/>
          <a:p>
            <a:pPr>
              <a:spcAft>
                <a:spcPts val="600"/>
              </a:spcAft>
            </a:pPr>
            <a:fld id="{AC987ADF-82B0-44B0-AD36-34160B6A502C}" type="datetime1">
              <a:rPr lang="de-CH" smtClean="0"/>
              <a:pPr>
                <a:spcAft>
                  <a:spcPts val="600"/>
                </a:spcAft>
              </a:pPr>
              <a:t>03.07.2025</a:t>
            </a:fld>
            <a:endParaRPr lang="en-US"/>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5883275"/>
            <a:ext cx="551167" cy="365125"/>
          </a:xfrm>
        </p:spPr>
        <p:txBody>
          <a:bodyPr>
            <a:normAutofit/>
          </a:bodyPr>
          <a:lstStyle/>
          <a:p>
            <a:pPr>
              <a:spcAft>
                <a:spcPts val="600"/>
              </a:spcAft>
            </a:pPr>
            <a:fld id="{D57F1E4F-1CFF-5643-939E-217C01CDF565}" type="slidenum">
              <a:rPr lang="en-US" smtClean="0"/>
              <a:pPr>
                <a:spcAft>
                  <a:spcPts val="600"/>
                </a:spcAft>
              </a:pPr>
              <a:t>4</a:t>
            </a:fld>
            <a:endParaRPr lang="en-US"/>
          </a:p>
        </p:txBody>
      </p:sp>
      <p:pic>
        <p:nvPicPr>
          <p:cNvPr id="8" name="Grafik 7">
            <a:extLst>
              <a:ext uri="{FF2B5EF4-FFF2-40B4-BE49-F238E27FC236}">
                <a16:creationId xmlns:a16="http://schemas.microsoft.com/office/drawing/2014/main" id="{49D03623-FA87-DB56-7340-0FDF1B44CB2E}"/>
              </a:ext>
            </a:extLst>
          </p:cNvPr>
          <p:cNvPicPr>
            <a:picLocks noChangeAspect="1"/>
          </p:cNvPicPr>
          <p:nvPr/>
        </p:nvPicPr>
        <p:blipFill>
          <a:blip r:embed="rId4"/>
          <a:stretch>
            <a:fillRect/>
          </a:stretch>
        </p:blipFill>
        <p:spPr>
          <a:xfrm>
            <a:off x="6606822" y="645106"/>
            <a:ext cx="2964976" cy="5247747"/>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Tree>
    <p:extLst>
      <p:ext uri="{BB962C8B-B14F-4D97-AF65-F5344CB8AC3E}">
        <p14:creationId xmlns:p14="http://schemas.microsoft.com/office/powerpoint/2010/main" val="31971043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1141413" y="609600"/>
            <a:ext cx="9905998" cy="1468582"/>
          </a:xfrm>
        </p:spPr>
        <p:txBody>
          <a:bodyPr>
            <a:normAutofit/>
          </a:bodyPr>
          <a:lstStyle/>
          <a:p>
            <a:r>
              <a:rPr lang="de-DE" b="0" i="0" dirty="0">
                <a:effectLst/>
                <a:latin typeface="-apple-system"/>
              </a:rPr>
              <a:t>Pros/Contras - was lief gut, was lief schlecht</a:t>
            </a:r>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5883275"/>
            <a:ext cx="7543800" cy="365125"/>
          </a:xfrm>
        </p:spPr>
        <p:txBody>
          <a:bodyPr>
            <a:normAutofit/>
          </a:bodyPr>
          <a:lstStyle/>
          <a:p>
            <a:pPr>
              <a:spcAft>
                <a:spcPts val="600"/>
              </a:spcAft>
            </a:pPr>
            <a:r>
              <a:rPr lang="en-US"/>
              <a:t>Bretscher Jan</a:t>
            </a:r>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5883275"/>
            <a:ext cx="1600200" cy="365125"/>
          </a:xfrm>
        </p:spPr>
        <p:txBody>
          <a:bodyPr>
            <a:normAutofit/>
          </a:bodyPr>
          <a:lstStyle/>
          <a:p>
            <a:pPr>
              <a:spcAft>
                <a:spcPts val="600"/>
              </a:spcAft>
            </a:pPr>
            <a:fld id="{AC987ADF-82B0-44B0-AD36-34160B6A502C}" type="datetime1">
              <a:rPr lang="de-CH" smtClean="0"/>
              <a:pPr>
                <a:spcAft>
                  <a:spcPts val="600"/>
                </a:spcAft>
              </a:pPr>
              <a:t>03.07.2025</a:t>
            </a:fld>
            <a:endParaRPr lang="en-US"/>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5883275"/>
            <a:ext cx="551167" cy="365125"/>
          </a:xfrm>
        </p:spPr>
        <p:txBody>
          <a:bodyPr>
            <a:normAutofit/>
          </a:bodyPr>
          <a:lstStyle/>
          <a:p>
            <a:pPr>
              <a:spcAft>
                <a:spcPts val="600"/>
              </a:spcAft>
            </a:pPr>
            <a:fld id="{D57F1E4F-1CFF-5643-939E-217C01CDF565}" type="slidenum">
              <a:rPr lang="en-US" smtClean="0"/>
              <a:pPr>
                <a:spcAft>
                  <a:spcPts val="600"/>
                </a:spcAft>
              </a:pPr>
              <a:t>5</a:t>
            </a:fld>
            <a:endParaRPr lang="en-US"/>
          </a:p>
        </p:txBody>
      </p:sp>
      <p:graphicFrame>
        <p:nvGraphicFramePr>
          <p:cNvPr id="8" name="Inhaltsplatzhalter 2">
            <a:extLst>
              <a:ext uri="{FF2B5EF4-FFF2-40B4-BE49-F238E27FC236}">
                <a16:creationId xmlns:a16="http://schemas.microsoft.com/office/drawing/2014/main" id="{80D5653C-6985-854F-151C-E62729C2AFE5}"/>
              </a:ext>
            </a:extLst>
          </p:cNvPr>
          <p:cNvGraphicFramePr>
            <a:graphicFrameLocks noGrp="1"/>
          </p:cNvGraphicFramePr>
          <p:nvPr>
            <p:ph idx="1"/>
            <p:extLst>
              <p:ext uri="{D42A27DB-BD31-4B8C-83A1-F6EECF244321}">
                <p14:modId xmlns:p14="http://schemas.microsoft.com/office/powerpoint/2010/main" val="2684208112"/>
              </p:ext>
            </p:extLst>
          </p:nvPr>
        </p:nvGraphicFramePr>
        <p:xfrm>
          <a:off x="1141413" y="2286000"/>
          <a:ext cx="9906000" cy="338743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96223997"/>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a:extLst>
            <a:ext uri="{FF2B5EF4-FFF2-40B4-BE49-F238E27FC236}">
              <a16:creationId xmlns:a16="http://schemas.microsoft.com/office/drawing/2014/main" id="{382AB316-36FF-DB80-F038-7807FCE718D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E5425B1-0B7D-6E99-F2AC-C0ABB06DEF11}"/>
              </a:ext>
            </a:extLst>
          </p:cNvPr>
          <p:cNvSpPr>
            <a:spLocks noGrp="1"/>
          </p:cNvSpPr>
          <p:nvPr>
            <p:ph type="title"/>
          </p:nvPr>
        </p:nvSpPr>
        <p:spPr>
          <a:xfrm>
            <a:off x="102146" y="198120"/>
            <a:ext cx="6877774" cy="859011"/>
          </a:xfrm>
        </p:spPr>
        <p:txBody>
          <a:bodyPr vert="horz" lIns="91440" tIns="45720" rIns="91440" bIns="45720" rtlCol="0" anchor="b">
            <a:normAutofit/>
          </a:bodyPr>
          <a:lstStyle/>
          <a:p>
            <a:pPr algn="ctr"/>
            <a:r>
              <a:rPr lang="en-US" sz="4800" b="0" i="0" dirty="0" err="1">
                <a:effectLst>
                  <a:glow rad="38100">
                    <a:schemeClr val="bg1">
                      <a:lumMod val="65000"/>
                      <a:lumOff val="35000"/>
                      <a:alpha val="50000"/>
                    </a:schemeClr>
                  </a:glow>
                  <a:outerShdw blurRad="28575" dist="31750" dir="13200000" algn="tl" rotWithShape="0">
                    <a:srgbClr val="000000">
                      <a:alpha val="25000"/>
                    </a:srgbClr>
                  </a:outerShdw>
                </a:effectLst>
              </a:rPr>
              <a:t>Datenbankabfragen</a:t>
            </a:r>
            <a:endParaRPr lang="en-US" sz="4800" dirty="0">
              <a:effectLst>
                <a:glow rad="38100">
                  <a:schemeClr val="bg1">
                    <a:lumMod val="65000"/>
                    <a:lumOff val="35000"/>
                    <a:alpha val="50000"/>
                  </a:schemeClr>
                </a:glow>
                <a:outerShdw blurRad="28575" dist="31750" dir="13200000" algn="tl" rotWithShape="0">
                  <a:srgbClr val="000000">
                    <a:alpha val="25000"/>
                  </a:srgbClr>
                </a:outerShdw>
              </a:effectLst>
            </a:endParaRPr>
          </a:p>
        </p:txBody>
      </p:sp>
      <p:sp>
        <p:nvSpPr>
          <p:cNvPr id="5" name="Fußzeilenplatzhalter 4">
            <a:extLst>
              <a:ext uri="{FF2B5EF4-FFF2-40B4-BE49-F238E27FC236}">
                <a16:creationId xmlns:a16="http://schemas.microsoft.com/office/drawing/2014/main" id="{7A0E7C02-360C-6668-2769-FC08C4C6F958}"/>
              </a:ext>
            </a:extLst>
          </p:cNvPr>
          <p:cNvSpPr>
            <a:spLocks noGrp="1"/>
          </p:cNvSpPr>
          <p:nvPr>
            <p:ph type="ftr" sz="quarter" idx="11"/>
          </p:nvPr>
        </p:nvSpPr>
        <p:spPr>
          <a:xfrm>
            <a:off x="1141412" y="6217920"/>
            <a:ext cx="7543800" cy="365125"/>
          </a:xfrm>
        </p:spPr>
        <p:txBody>
          <a:bodyPr vert="horz" lIns="91440" tIns="45720" rIns="91440" bIns="45720" rtlCol="0" anchor="ctr">
            <a:normAutofit/>
          </a:bodyPr>
          <a:lstStyle/>
          <a:p>
            <a:pPr defTabSz="914400">
              <a:spcAft>
                <a:spcPts val="600"/>
              </a:spcAft>
            </a:pPr>
            <a:r>
              <a:rPr lang="en-US" b="1" i="0" kern="1200">
                <a:solidFill>
                  <a:schemeClr val="tx1">
                    <a:lumMod val="75000"/>
                  </a:schemeClr>
                </a:solidFill>
                <a:effectLst>
                  <a:outerShdw blurRad="50800" dist="38100" dir="2700000" algn="tl" rotWithShape="0">
                    <a:srgbClr val="000000">
                      <a:alpha val="43000"/>
                    </a:srgbClr>
                  </a:outerShdw>
                </a:effectLst>
                <a:latin typeface="+mn-lt"/>
                <a:ea typeface="+mn-ea"/>
                <a:cs typeface="+mn-cs"/>
              </a:rPr>
              <a:t>Bretscher Jan</a:t>
            </a:r>
          </a:p>
        </p:txBody>
      </p:sp>
      <p:pic>
        <p:nvPicPr>
          <p:cNvPr id="7" name="Grafik 6">
            <a:extLst>
              <a:ext uri="{FF2B5EF4-FFF2-40B4-BE49-F238E27FC236}">
                <a16:creationId xmlns:a16="http://schemas.microsoft.com/office/drawing/2014/main" id="{0984942E-8C68-E83E-9460-294847D00068}"/>
              </a:ext>
            </a:extLst>
          </p:cNvPr>
          <p:cNvPicPr>
            <a:picLocks noChangeAspect="1"/>
          </p:cNvPicPr>
          <p:nvPr/>
        </p:nvPicPr>
        <p:blipFill>
          <a:blip r:embed="rId4"/>
          <a:stretch>
            <a:fillRect/>
          </a:stretch>
        </p:blipFill>
        <p:spPr>
          <a:xfrm>
            <a:off x="977275" y="1184474"/>
            <a:ext cx="10087904" cy="4249930"/>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
        <p:nvSpPr>
          <p:cNvPr id="4" name="Datumsplatzhalter 3">
            <a:extLst>
              <a:ext uri="{FF2B5EF4-FFF2-40B4-BE49-F238E27FC236}">
                <a16:creationId xmlns:a16="http://schemas.microsoft.com/office/drawing/2014/main" id="{3635712C-B5A9-4D96-171B-369147EA8D56}"/>
              </a:ext>
            </a:extLst>
          </p:cNvPr>
          <p:cNvSpPr>
            <a:spLocks noGrp="1"/>
          </p:cNvSpPr>
          <p:nvPr>
            <p:ph type="dt" sz="half" idx="10"/>
          </p:nvPr>
        </p:nvSpPr>
        <p:spPr>
          <a:xfrm>
            <a:off x="8837612" y="6217920"/>
            <a:ext cx="1600200" cy="365125"/>
          </a:xfrm>
        </p:spPr>
        <p:txBody>
          <a:bodyPr vert="horz" lIns="91440" tIns="45720" rIns="91440" bIns="45720" rtlCol="0" anchor="ctr">
            <a:normAutofit/>
          </a:bodyPr>
          <a:lstStyle/>
          <a:p>
            <a:pPr defTabSz="914400">
              <a:spcAft>
                <a:spcPts val="600"/>
              </a:spcAft>
            </a:pPr>
            <a:fld id="{AC987ADF-82B0-44B0-AD36-34160B6A502C}" type="datetime1">
              <a:rPr lang="en-US" smtClean="0"/>
              <a:pPr defTabSz="914400">
                <a:spcAft>
                  <a:spcPts val="600"/>
                </a:spcAft>
              </a:pPr>
              <a:t>7/3/2025</a:t>
            </a:fld>
            <a:endParaRPr lang="en-US" dirty="0"/>
          </a:p>
        </p:txBody>
      </p:sp>
      <p:sp>
        <p:nvSpPr>
          <p:cNvPr id="6" name="Foliennummernplatzhalter 5">
            <a:extLst>
              <a:ext uri="{FF2B5EF4-FFF2-40B4-BE49-F238E27FC236}">
                <a16:creationId xmlns:a16="http://schemas.microsoft.com/office/drawing/2014/main" id="{161CC801-CC08-163F-2F02-7C205A4C0F5C}"/>
              </a:ext>
            </a:extLst>
          </p:cNvPr>
          <p:cNvSpPr>
            <a:spLocks noGrp="1"/>
          </p:cNvSpPr>
          <p:nvPr>
            <p:ph type="sldNum" sz="quarter" idx="12"/>
          </p:nvPr>
        </p:nvSpPr>
        <p:spPr>
          <a:xfrm>
            <a:off x="10514012" y="6217920"/>
            <a:ext cx="551167" cy="365125"/>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6</a:t>
            </a:fld>
            <a:endParaRPr lang="en-US"/>
          </a:p>
        </p:txBody>
      </p:sp>
    </p:spTree>
    <p:extLst>
      <p:ext uri="{BB962C8B-B14F-4D97-AF65-F5344CB8AC3E}">
        <p14:creationId xmlns:p14="http://schemas.microsoft.com/office/powerpoint/2010/main" val="79098877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8164106" y="609600"/>
            <a:ext cx="3369133" cy="3642851"/>
          </a:xfrm>
        </p:spPr>
        <p:txBody>
          <a:bodyPr vert="horz" lIns="91440" tIns="45720" rIns="91440" bIns="45720" rtlCol="0" anchor="b">
            <a:normAutofit/>
          </a:bodyPr>
          <a:lstStyle/>
          <a:p>
            <a:pPr algn="ctr"/>
            <a:r>
              <a:rPr lang="en-US" sz="4800" b="0" i="0">
                <a:effectLst>
                  <a:glow rad="38100">
                    <a:schemeClr val="bg1">
                      <a:lumMod val="65000"/>
                      <a:lumOff val="35000"/>
                      <a:alpha val="50000"/>
                    </a:schemeClr>
                  </a:glow>
                  <a:outerShdw blurRad="28575" dist="31750" dir="13200000" algn="tl" rotWithShape="0">
                    <a:srgbClr val="000000">
                      <a:alpha val="25000"/>
                    </a:srgbClr>
                  </a:outerShdw>
                </a:effectLst>
              </a:rPr>
              <a:t>Datenbank</a:t>
            </a:r>
            <a:endParaRPr lang="en-US" sz="4800">
              <a:effectLst>
                <a:glow rad="38100">
                  <a:schemeClr val="bg1">
                    <a:lumMod val="65000"/>
                    <a:lumOff val="35000"/>
                    <a:alpha val="50000"/>
                  </a:schemeClr>
                </a:glow>
                <a:outerShdw blurRad="28575" dist="31750" dir="13200000" algn="tl" rotWithShape="0">
                  <a:srgbClr val="000000">
                    <a:alpha val="25000"/>
                  </a:srgbClr>
                </a:outerShdw>
              </a:effectLst>
            </a:endParaRPr>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6217920"/>
            <a:ext cx="7543800" cy="365125"/>
          </a:xfrm>
        </p:spPr>
        <p:txBody>
          <a:bodyPr vert="horz" lIns="91440" tIns="45720" rIns="91440" bIns="45720" rtlCol="0" anchor="ctr">
            <a:normAutofit/>
          </a:bodyPr>
          <a:lstStyle/>
          <a:p>
            <a:pPr defTabSz="914400">
              <a:spcAft>
                <a:spcPts val="600"/>
              </a:spcAft>
            </a:pPr>
            <a:r>
              <a:rPr lang="en-US" b="1" i="0" kern="1200">
                <a:solidFill>
                  <a:schemeClr val="tx1">
                    <a:lumMod val="75000"/>
                  </a:schemeClr>
                </a:solidFill>
                <a:effectLst>
                  <a:outerShdw blurRad="50800" dist="38100" dir="2700000" algn="tl" rotWithShape="0">
                    <a:srgbClr val="000000">
                      <a:alpha val="43000"/>
                    </a:srgbClr>
                  </a:outerShdw>
                </a:effectLst>
                <a:latin typeface="+mn-lt"/>
                <a:ea typeface="+mn-ea"/>
                <a:cs typeface="+mn-cs"/>
              </a:rPr>
              <a:t>Bretscher Jan</a:t>
            </a:r>
          </a:p>
        </p:txBody>
      </p:sp>
      <p:pic>
        <p:nvPicPr>
          <p:cNvPr id="8" name="Grafik 7" descr="Ein Bild, das Text, Screenshot, Diagramm, Design enthält.&#10;&#10;KI-generierte Inhalte können fehlerhaft sein.">
            <a:extLst>
              <a:ext uri="{FF2B5EF4-FFF2-40B4-BE49-F238E27FC236}">
                <a16:creationId xmlns:a16="http://schemas.microsoft.com/office/drawing/2014/main" id="{14A85A06-1764-49F3-ACB6-0BF41F9B410A}"/>
              </a:ext>
            </a:extLst>
          </p:cNvPr>
          <p:cNvPicPr>
            <a:picLocks noChangeAspect="1"/>
          </p:cNvPicPr>
          <p:nvPr/>
        </p:nvPicPr>
        <p:blipFill>
          <a:blip r:embed="rId4"/>
          <a:stretch>
            <a:fillRect/>
          </a:stretch>
        </p:blipFill>
        <p:spPr>
          <a:xfrm>
            <a:off x="636915" y="949850"/>
            <a:ext cx="6915663" cy="4961988"/>
          </a:xfrm>
          <a:prstGeom prst="roundRect">
            <a:avLst>
              <a:gd name="adj" fmla="val 3517"/>
            </a:avLst>
          </a:prstGeom>
          <a:ln w="38100">
            <a:gradFill flip="none" rotWithShape="1">
              <a:gsLst>
                <a:gs pos="0">
                  <a:srgbClr val="363D46"/>
                </a:gs>
                <a:gs pos="100000">
                  <a:srgbClr val="363D46">
                    <a:lumMod val="75000"/>
                  </a:srgbClr>
                </a:gs>
              </a:gsLst>
              <a:lin ang="5400000" scaled="0"/>
              <a:tileRect/>
            </a:gradFill>
          </a:ln>
          <a:effectLst>
            <a:innerShdw blurRad="57150" dist="38100" dir="14460000">
              <a:srgbClr val="000000">
                <a:alpha val="70000"/>
              </a:srgbClr>
            </a:innerShdw>
          </a:effectLst>
        </p:spPr>
      </p:pic>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6217920"/>
            <a:ext cx="1600200" cy="365125"/>
          </a:xfrm>
        </p:spPr>
        <p:txBody>
          <a:bodyPr vert="horz" lIns="91440" tIns="45720" rIns="91440" bIns="45720" rtlCol="0" anchor="ctr">
            <a:normAutofit/>
          </a:bodyPr>
          <a:lstStyle/>
          <a:p>
            <a:pPr defTabSz="914400">
              <a:spcAft>
                <a:spcPts val="600"/>
              </a:spcAft>
            </a:pPr>
            <a:fld id="{AC987ADF-82B0-44B0-AD36-34160B6A502C}" type="datetime1">
              <a:rPr lang="en-US" smtClean="0"/>
              <a:pPr defTabSz="914400">
                <a:spcAft>
                  <a:spcPts val="600"/>
                </a:spcAft>
              </a:pPr>
              <a:t>7/3/2025</a:t>
            </a:fld>
            <a:endParaRPr lang="en-US"/>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6217920"/>
            <a:ext cx="551167" cy="365125"/>
          </a:xfrm>
        </p:spPr>
        <p:txBody>
          <a:bodyPr vert="horz" lIns="91440" tIns="45720" rIns="91440" bIns="45720" rtlCol="0" anchor="ctr">
            <a:normAutofit/>
          </a:bodyPr>
          <a:lstStyle/>
          <a:p>
            <a:pPr defTabSz="914400">
              <a:spcAft>
                <a:spcPts val="600"/>
              </a:spcAft>
            </a:pPr>
            <a:fld id="{D57F1E4F-1CFF-5643-939E-217C01CDF565}" type="slidenum">
              <a:rPr lang="en-US" smtClean="0"/>
              <a:pPr defTabSz="914400">
                <a:spcAft>
                  <a:spcPts val="600"/>
                </a:spcAft>
              </a:pPr>
              <a:t>7</a:t>
            </a:fld>
            <a:endParaRPr lang="en-US"/>
          </a:p>
        </p:txBody>
      </p:sp>
    </p:spTree>
    <p:extLst>
      <p:ext uri="{BB962C8B-B14F-4D97-AF65-F5344CB8AC3E}">
        <p14:creationId xmlns:p14="http://schemas.microsoft.com/office/powerpoint/2010/main" val="117168613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11" name="Rounded Rectangle 9">
            <a:extLst>
              <a:ext uri="{FF2B5EF4-FFF2-40B4-BE49-F238E27FC236}">
                <a16:creationId xmlns:a16="http://schemas.microsoft.com/office/drawing/2014/main" id="{BCA2EB72-13DC-4DC6-B461-3B036C55B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467" y="643467"/>
            <a:ext cx="10905066" cy="5571066"/>
          </a:xfrm>
          <a:prstGeom prst="roundRect">
            <a:avLst>
              <a:gd name="adj" fmla="val 2627"/>
            </a:avLst>
          </a:prstGeom>
          <a:solidFill>
            <a:schemeClr val="bg2">
              <a:lumMod val="75000"/>
            </a:schemeClr>
          </a:solidFill>
          <a:ln w="44450">
            <a:gradFill>
              <a:gsLst>
                <a:gs pos="0">
                  <a:schemeClr val="bg2">
                    <a:alpha val="65000"/>
                  </a:schemeClr>
                </a:gs>
                <a:gs pos="98000">
                  <a:schemeClr val="bg2">
                    <a:lumMod val="75000"/>
                    <a:alpha val="55000"/>
                  </a:schemeClr>
                </a:gs>
              </a:gsLst>
              <a:lin ang="5400000" scaled="1"/>
            </a:gradFill>
          </a:ln>
          <a:effectLst>
            <a:innerShdw blurRad="63500" dist="50800" dir="14460000">
              <a:prstClr val="black">
                <a:alpha val="70000"/>
              </a:prstClr>
            </a:innerShdw>
          </a:effectLst>
        </p:spPr>
        <p:style>
          <a:lnRef idx="2">
            <a:schemeClr val="accent1">
              <a:shade val="50000"/>
            </a:schemeClr>
          </a:lnRef>
          <a:fillRef idx="1003">
            <a:schemeClr val="dk2"/>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1141413" y="965199"/>
            <a:ext cx="6075552" cy="4918075"/>
          </a:xfrm>
        </p:spPr>
        <p:txBody>
          <a:bodyPr vert="horz" lIns="91440" tIns="45720" rIns="91440" bIns="45720" rtlCol="0" anchor="ctr">
            <a:normAutofit/>
          </a:bodyPr>
          <a:lstStyle/>
          <a:p>
            <a:pPr algn="r"/>
            <a:r>
              <a:rPr lang="en-US" sz="5400" b="0" i="0">
                <a:gradFill flip="none" rotWithShape="1">
                  <a:gsLst>
                    <a:gs pos="0">
                      <a:schemeClr val="tx1"/>
                    </a:gs>
                    <a:gs pos="100000">
                      <a:schemeClr val="tx1">
                        <a:lumMod val="65000"/>
                      </a:schemeClr>
                    </a:gs>
                  </a:gsLst>
                  <a:lin ang="5580000" scaled="0"/>
                  <a:tileRect/>
                </a:gradFill>
                <a:effectLst>
                  <a:glow rad="38100">
                    <a:schemeClr val="bg1">
                      <a:lumMod val="65000"/>
                      <a:lumOff val="35000"/>
                      <a:alpha val="50000"/>
                    </a:schemeClr>
                  </a:glow>
                  <a:outerShdw blurRad="28575" dist="31750" dir="13200000" algn="tl" rotWithShape="0">
                    <a:srgbClr val="000000">
                      <a:alpha val="25000"/>
                    </a:srgbClr>
                  </a:outerShdw>
                </a:effectLst>
              </a:rPr>
              <a:t>Demonstration</a:t>
            </a:r>
          </a:p>
        </p:txBody>
      </p:sp>
      <p:sp>
        <p:nvSpPr>
          <p:cNvPr id="3" name="Inhaltsplatzhalter 2">
            <a:extLst>
              <a:ext uri="{FF2B5EF4-FFF2-40B4-BE49-F238E27FC236}">
                <a16:creationId xmlns:a16="http://schemas.microsoft.com/office/drawing/2014/main" id="{72D6D545-63D4-38FA-537B-825ABCF69019}"/>
              </a:ext>
            </a:extLst>
          </p:cNvPr>
          <p:cNvSpPr>
            <a:spLocks noGrp="1"/>
          </p:cNvSpPr>
          <p:nvPr>
            <p:ph idx="1"/>
          </p:nvPr>
        </p:nvSpPr>
        <p:spPr>
          <a:xfrm>
            <a:off x="7891121" y="965199"/>
            <a:ext cx="2950765" cy="4918075"/>
          </a:xfrm>
        </p:spPr>
        <p:txBody>
          <a:bodyPr vert="horz" lIns="91440" tIns="45720" rIns="91440" bIns="45720" rtlCol="0" anchor="ctr">
            <a:normAutofit/>
          </a:bodyPr>
          <a:lstStyle/>
          <a:p>
            <a:pPr marL="0" indent="0">
              <a:buClr>
                <a:schemeClr val="tx1"/>
              </a:buClr>
              <a:buNone/>
            </a:pPr>
            <a:r>
              <a:rPr lang="en-US" sz="2100" dirty="0" err="1">
                <a:gradFill flip="none" rotWithShape="1">
                  <a:gsLst>
                    <a:gs pos="0">
                      <a:schemeClr val="tx1"/>
                    </a:gs>
                    <a:gs pos="100000">
                      <a:schemeClr val="tx1">
                        <a:lumMod val="75000"/>
                      </a:schemeClr>
                    </a:gs>
                  </a:gsLst>
                  <a:lin ang="5400000" scaled="0"/>
                  <a:tileRect/>
                </a:gradFill>
              </a:rPr>
              <a:t>NooThesi</a:t>
            </a:r>
            <a:endParaRPr lang="en-US" sz="2100" dirty="0">
              <a:gradFill flip="none" rotWithShape="1">
                <a:gsLst>
                  <a:gs pos="0">
                    <a:schemeClr val="tx1"/>
                  </a:gs>
                  <a:gs pos="100000">
                    <a:schemeClr val="tx1">
                      <a:lumMod val="75000"/>
                    </a:schemeClr>
                  </a:gs>
                </a:gsLst>
                <a:lin ang="5400000" scaled="0"/>
                <a:tileRect/>
              </a:gradFill>
            </a:endParaRPr>
          </a:p>
        </p:txBody>
      </p:sp>
      <p:cxnSp>
        <p:nvCxnSpPr>
          <p:cNvPr id="13" name="Straight Connector 12">
            <a:extLst>
              <a:ext uri="{FF2B5EF4-FFF2-40B4-BE49-F238E27FC236}">
                <a16:creationId xmlns:a16="http://schemas.microsoft.com/office/drawing/2014/main" id="{C8F75BF3-096E-451E-A222-96A7F094681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38699" y="2011680"/>
            <a:ext cx="0" cy="2834640"/>
          </a:xfrm>
          <a:prstGeom prst="line">
            <a:avLst/>
          </a:prstGeom>
          <a:ln w="19050"/>
        </p:spPr>
        <p:style>
          <a:lnRef idx="1">
            <a:schemeClr val="accent1"/>
          </a:lnRef>
          <a:fillRef idx="0">
            <a:schemeClr val="accent1"/>
          </a:fillRef>
          <a:effectRef idx="0">
            <a:schemeClr val="accent1"/>
          </a:effectRef>
          <a:fontRef idx="minor">
            <a:schemeClr val="tx1"/>
          </a:fontRef>
        </p:style>
      </p:cxn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6353702"/>
            <a:ext cx="7543800" cy="365125"/>
          </a:xfrm>
        </p:spPr>
        <p:txBody>
          <a:bodyPr vert="horz" lIns="91440" tIns="45720" rIns="91440" bIns="45720" rtlCol="0" anchor="ctr">
            <a:normAutofit/>
          </a:bodyPr>
          <a:lstStyle/>
          <a:p>
            <a:pPr>
              <a:spcAft>
                <a:spcPts val="600"/>
              </a:spcAft>
            </a:pPr>
            <a:r>
              <a:rPr lang="en-US"/>
              <a:t>Bretscher Jan</a:t>
            </a:r>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6353702"/>
            <a:ext cx="1600200" cy="365125"/>
          </a:xfrm>
        </p:spPr>
        <p:txBody>
          <a:bodyPr vert="horz" lIns="91440" tIns="45720" rIns="91440" bIns="45720" rtlCol="0" anchor="ctr">
            <a:normAutofit/>
          </a:bodyPr>
          <a:lstStyle/>
          <a:p>
            <a:pPr>
              <a:spcAft>
                <a:spcPts val="600"/>
              </a:spcAft>
            </a:pPr>
            <a:fld id="{AC987ADF-82B0-44B0-AD36-34160B6A502C}" type="datetime1">
              <a:rPr lang="en-US" smtClean="0"/>
              <a:pPr>
                <a:spcAft>
                  <a:spcPts val="600"/>
                </a:spcAft>
              </a:pPr>
              <a:t>7/3/2025</a:t>
            </a:fld>
            <a:endParaRPr lang="en-US"/>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6353702"/>
            <a:ext cx="551167" cy="365125"/>
          </a:xfrm>
        </p:spPr>
        <p:txBody>
          <a:bodyPr vert="horz" lIns="91440" tIns="45720" rIns="91440" bIns="45720" rtlCol="0" anchor="ctr">
            <a:normAutofit/>
          </a:bodyPr>
          <a:lstStyle/>
          <a:p>
            <a:pPr>
              <a:spcAft>
                <a:spcPts val="600"/>
              </a:spcAft>
            </a:pPr>
            <a:fld id="{D57F1E4F-1CFF-5643-939E-217C01CDF565}" type="slidenum">
              <a:rPr lang="en-US" b="1" i="0" kern="1200" dirty="0">
                <a:solidFill>
                  <a:schemeClr val="tx1">
                    <a:lumMod val="75000"/>
                  </a:schemeClr>
                </a:solidFill>
                <a:effectLst>
                  <a:outerShdw blurRad="50800" dist="38100" dir="2700000" algn="tl" rotWithShape="0">
                    <a:srgbClr val="000000">
                      <a:alpha val="43000"/>
                    </a:srgbClr>
                  </a:outerShdw>
                </a:effectLst>
                <a:latin typeface="+mn-lt"/>
                <a:ea typeface="+mn-ea"/>
                <a:cs typeface="+mn-cs"/>
              </a:rPr>
              <a:pPr>
                <a:spcAft>
                  <a:spcPts val="600"/>
                </a:spcAft>
              </a:pPr>
              <a:t>8</a:t>
            </a:fld>
            <a:endParaRPr lang="en-US" b="1" i="0" kern="1200" dirty="0">
              <a:solidFill>
                <a:schemeClr val="tx1">
                  <a:lumMod val="75000"/>
                </a:schemeClr>
              </a:solidFill>
              <a:effectLst>
                <a:outerShdw blurRad="50800" dist="38100" dir="2700000" algn="tl" rotWithShape="0">
                  <a:srgbClr val="000000">
                    <a:alpha val="43000"/>
                  </a:srgbClr>
                </a:outerShdw>
              </a:effectLst>
              <a:latin typeface="+mn-lt"/>
              <a:ea typeface="+mn-ea"/>
              <a:cs typeface="+mn-cs"/>
            </a:endParaRPr>
          </a:p>
        </p:txBody>
      </p:sp>
    </p:spTree>
    <p:extLst>
      <p:ext uri="{BB962C8B-B14F-4D97-AF65-F5344CB8AC3E}">
        <p14:creationId xmlns:p14="http://schemas.microsoft.com/office/powerpoint/2010/main" val="25458363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blipFill rotWithShape="1">
          <a:blip r:embed="rId3">
            <a:duotone>
              <a:schemeClr val="bg2">
                <a:shade val="28000"/>
                <a:satMod val="94000"/>
                <a:lumMod val="20000"/>
              </a:schemeClr>
              <a:schemeClr val="bg2">
                <a:tint val="94000"/>
                <a:shade val="84000"/>
                <a:satMod val="148000"/>
                <a:lumMod val="114000"/>
              </a:schemeClr>
            </a:duotone>
          </a:blip>
          <a:stretch/>
        </a:blip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1141413" y="609600"/>
            <a:ext cx="9905998" cy="1468582"/>
          </a:xfrm>
        </p:spPr>
        <p:txBody>
          <a:bodyPr>
            <a:normAutofit/>
          </a:bodyPr>
          <a:lstStyle/>
          <a:p>
            <a:r>
              <a:rPr lang="de-DE" b="0" i="0" dirty="0">
                <a:effectLst/>
                <a:latin typeface="-apple-system"/>
              </a:rPr>
              <a:t>Fazit</a:t>
            </a:r>
            <a:endParaRPr lang="de-DE" b="0" i="0">
              <a:effectLst/>
              <a:latin typeface="-apple-system"/>
            </a:endParaRPr>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5883275"/>
            <a:ext cx="7543800" cy="365125"/>
          </a:xfrm>
        </p:spPr>
        <p:txBody>
          <a:bodyPr>
            <a:normAutofit/>
          </a:bodyPr>
          <a:lstStyle/>
          <a:p>
            <a:pPr>
              <a:spcAft>
                <a:spcPts val="600"/>
              </a:spcAft>
            </a:pPr>
            <a:r>
              <a:rPr lang="en-US"/>
              <a:t>Bretscher Jan</a:t>
            </a:r>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5883275"/>
            <a:ext cx="1600200" cy="365125"/>
          </a:xfrm>
        </p:spPr>
        <p:txBody>
          <a:bodyPr>
            <a:normAutofit/>
          </a:bodyPr>
          <a:lstStyle/>
          <a:p>
            <a:pPr>
              <a:spcAft>
                <a:spcPts val="600"/>
              </a:spcAft>
            </a:pPr>
            <a:fld id="{AC987ADF-82B0-44B0-AD36-34160B6A502C}" type="datetime1">
              <a:rPr lang="de-CH" smtClean="0"/>
              <a:pPr>
                <a:spcAft>
                  <a:spcPts val="600"/>
                </a:spcAft>
              </a:pPr>
              <a:t>03.07.2025</a:t>
            </a:fld>
            <a:endParaRPr lang="en-US"/>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5883275"/>
            <a:ext cx="551167" cy="365125"/>
          </a:xfrm>
        </p:spPr>
        <p:txBody>
          <a:bodyPr>
            <a:normAutofit/>
          </a:bodyPr>
          <a:lstStyle/>
          <a:p>
            <a:pPr>
              <a:spcAft>
                <a:spcPts val="600"/>
              </a:spcAft>
            </a:pPr>
            <a:fld id="{D57F1E4F-1CFF-5643-939E-217C01CDF565}" type="slidenum">
              <a:rPr lang="en-US" smtClean="0"/>
              <a:pPr>
                <a:spcAft>
                  <a:spcPts val="600"/>
                </a:spcAft>
              </a:pPr>
              <a:t>9</a:t>
            </a:fld>
            <a:endParaRPr lang="en-US"/>
          </a:p>
        </p:txBody>
      </p:sp>
      <p:graphicFrame>
        <p:nvGraphicFramePr>
          <p:cNvPr id="8" name="Inhaltsplatzhalter 2">
            <a:extLst>
              <a:ext uri="{FF2B5EF4-FFF2-40B4-BE49-F238E27FC236}">
                <a16:creationId xmlns:a16="http://schemas.microsoft.com/office/drawing/2014/main" id="{17DEA645-75ED-5D45-2A12-9AF8343A5524}"/>
              </a:ext>
            </a:extLst>
          </p:cNvPr>
          <p:cNvGraphicFramePr>
            <a:graphicFrameLocks noGrp="1"/>
          </p:cNvGraphicFramePr>
          <p:nvPr>
            <p:ph idx="1"/>
            <p:extLst>
              <p:ext uri="{D42A27DB-BD31-4B8C-83A1-F6EECF244321}">
                <p14:modId xmlns:p14="http://schemas.microsoft.com/office/powerpoint/2010/main" val="2281516303"/>
              </p:ext>
            </p:extLst>
          </p:nvPr>
        </p:nvGraphicFramePr>
        <p:xfrm>
          <a:off x="1141413" y="2286000"/>
          <a:ext cx="9906000" cy="338743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33761444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0A96B42-50F9-A59E-04FA-CAF71502BBCC}"/>
              </a:ext>
            </a:extLst>
          </p:cNvPr>
          <p:cNvSpPr>
            <a:spLocks noGrp="1"/>
          </p:cNvSpPr>
          <p:nvPr>
            <p:ph type="title"/>
          </p:nvPr>
        </p:nvSpPr>
        <p:spPr>
          <a:xfrm>
            <a:off x="1141413" y="609600"/>
            <a:ext cx="9905998" cy="1905000"/>
          </a:xfrm>
        </p:spPr>
        <p:txBody>
          <a:bodyPr>
            <a:normAutofit/>
          </a:bodyPr>
          <a:lstStyle/>
          <a:p>
            <a:r>
              <a:rPr lang="de-DE" b="0" i="0" dirty="0">
                <a:effectLst/>
                <a:latin typeface="-apple-system"/>
              </a:rPr>
              <a:t>Quellenverzeichnis</a:t>
            </a:r>
            <a:endParaRPr lang="de-DE" b="0" i="0">
              <a:effectLst/>
              <a:latin typeface="-apple-system"/>
            </a:endParaRPr>
          </a:p>
        </p:txBody>
      </p:sp>
      <p:sp>
        <p:nvSpPr>
          <p:cNvPr id="5" name="Fußzeilenplatzhalter 4">
            <a:extLst>
              <a:ext uri="{FF2B5EF4-FFF2-40B4-BE49-F238E27FC236}">
                <a16:creationId xmlns:a16="http://schemas.microsoft.com/office/drawing/2014/main" id="{31E092BB-4951-F2CB-ABCF-4CE3BAA448A7}"/>
              </a:ext>
            </a:extLst>
          </p:cNvPr>
          <p:cNvSpPr>
            <a:spLocks noGrp="1"/>
          </p:cNvSpPr>
          <p:nvPr>
            <p:ph type="ftr" sz="quarter" idx="11"/>
          </p:nvPr>
        </p:nvSpPr>
        <p:spPr>
          <a:xfrm>
            <a:off x="1141412" y="5883275"/>
            <a:ext cx="7543800" cy="365125"/>
          </a:xfrm>
        </p:spPr>
        <p:txBody>
          <a:bodyPr>
            <a:normAutofit/>
          </a:bodyPr>
          <a:lstStyle/>
          <a:p>
            <a:pPr>
              <a:spcAft>
                <a:spcPts val="600"/>
              </a:spcAft>
            </a:pPr>
            <a:r>
              <a:rPr lang="en-US">
                <a:solidFill>
                  <a:prstClr val="white">
                    <a:lumMod val="75000"/>
                  </a:prstClr>
                </a:solidFill>
              </a:rPr>
              <a:t>Bretscher Jan</a:t>
            </a:r>
          </a:p>
        </p:txBody>
      </p:sp>
      <p:sp>
        <p:nvSpPr>
          <p:cNvPr id="4" name="Datumsplatzhalter 3">
            <a:extLst>
              <a:ext uri="{FF2B5EF4-FFF2-40B4-BE49-F238E27FC236}">
                <a16:creationId xmlns:a16="http://schemas.microsoft.com/office/drawing/2014/main" id="{537E39B2-120C-D9B6-0A69-5457FE567059}"/>
              </a:ext>
            </a:extLst>
          </p:cNvPr>
          <p:cNvSpPr>
            <a:spLocks noGrp="1"/>
          </p:cNvSpPr>
          <p:nvPr>
            <p:ph type="dt" sz="half" idx="10"/>
          </p:nvPr>
        </p:nvSpPr>
        <p:spPr>
          <a:xfrm>
            <a:off x="8837612" y="5883275"/>
            <a:ext cx="1600200" cy="365125"/>
          </a:xfrm>
        </p:spPr>
        <p:txBody>
          <a:bodyPr>
            <a:normAutofit/>
          </a:bodyPr>
          <a:lstStyle/>
          <a:p>
            <a:pPr>
              <a:spcAft>
                <a:spcPts val="600"/>
              </a:spcAft>
            </a:pPr>
            <a:fld id="{AC987ADF-82B0-44B0-AD36-34160B6A502C}" type="datetime1">
              <a:rPr lang="de-CH">
                <a:solidFill>
                  <a:prstClr val="white">
                    <a:lumMod val="75000"/>
                  </a:prstClr>
                </a:solidFill>
              </a:rPr>
              <a:pPr>
                <a:spcAft>
                  <a:spcPts val="600"/>
                </a:spcAft>
              </a:pPr>
              <a:t>03.07.2025</a:t>
            </a:fld>
            <a:endParaRPr lang="en-US">
              <a:solidFill>
                <a:prstClr val="white">
                  <a:lumMod val="75000"/>
                </a:prstClr>
              </a:solidFill>
            </a:endParaRPr>
          </a:p>
        </p:txBody>
      </p:sp>
      <p:sp>
        <p:nvSpPr>
          <p:cNvPr id="6" name="Foliennummernplatzhalter 5">
            <a:extLst>
              <a:ext uri="{FF2B5EF4-FFF2-40B4-BE49-F238E27FC236}">
                <a16:creationId xmlns:a16="http://schemas.microsoft.com/office/drawing/2014/main" id="{05EC61BE-3167-4178-72EC-C0D47B335068}"/>
              </a:ext>
            </a:extLst>
          </p:cNvPr>
          <p:cNvSpPr>
            <a:spLocks noGrp="1"/>
          </p:cNvSpPr>
          <p:nvPr>
            <p:ph type="sldNum" sz="quarter" idx="12"/>
          </p:nvPr>
        </p:nvSpPr>
        <p:spPr>
          <a:xfrm>
            <a:off x="10514012" y="5883275"/>
            <a:ext cx="551167" cy="365125"/>
          </a:xfrm>
        </p:spPr>
        <p:txBody>
          <a:bodyPr>
            <a:normAutofit/>
          </a:bodyPr>
          <a:lstStyle/>
          <a:p>
            <a:pPr>
              <a:spcAft>
                <a:spcPts val="600"/>
              </a:spcAft>
            </a:pPr>
            <a:fld id="{D57F1E4F-1CFF-5643-939E-217C01CDF565}" type="slidenum">
              <a:rPr lang="en-US">
                <a:solidFill>
                  <a:prstClr val="white">
                    <a:lumMod val="75000"/>
                  </a:prstClr>
                </a:solidFill>
              </a:rPr>
              <a:pPr>
                <a:spcAft>
                  <a:spcPts val="600"/>
                </a:spcAft>
              </a:pPr>
              <a:t>10</a:t>
            </a:fld>
            <a:endParaRPr lang="en-US">
              <a:solidFill>
                <a:prstClr val="white">
                  <a:lumMod val="75000"/>
                </a:prstClr>
              </a:solidFill>
            </a:endParaRPr>
          </a:p>
        </p:txBody>
      </p:sp>
      <p:graphicFrame>
        <p:nvGraphicFramePr>
          <p:cNvPr id="8" name="Inhaltsplatzhalter 2">
            <a:extLst>
              <a:ext uri="{FF2B5EF4-FFF2-40B4-BE49-F238E27FC236}">
                <a16:creationId xmlns:a16="http://schemas.microsoft.com/office/drawing/2014/main" id="{7843B4E0-5328-8E49-974A-76A50189910D}"/>
              </a:ext>
            </a:extLst>
          </p:cNvPr>
          <p:cNvGraphicFramePr>
            <a:graphicFrameLocks noGrp="1"/>
          </p:cNvGraphicFramePr>
          <p:nvPr>
            <p:ph idx="1"/>
            <p:extLst>
              <p:ext uri="{D42A27DB-BD31-4B8C-83A1-F6EECF244321}">
                <p14:modId xmlns:p14="http://schemas.microsoft.com/office/powerpoint/2010/main" val="787999955"/>
              </p:ext>
            </p:extLst>
          </p:nvPr>
        </p:nvGraphicFramePr>
        <p:xfrm>
          <a:off x="1064419" y="2571751"/>
          <a:ext cx="9982992" cy="321945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3408055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Netz">
  <a:themeElements>
    <a:clrScheme name="Mesh">
      <a:dk1>
        <a:sysClr val="windowText" lastClr="000000"/>
      </a:dk1>
      <a:lt1>
        <a:sysClr val="window" lastClr="FFFFFF"/>
      </a:lt1>
      <a:dk2>
        <a:srgbClr val="363D46"/>
      </a:dk2>
      <a:lt2>
        <a:srgbClr val="EBEBEB"/>
      </a:lt2>
      <a:accent1>
        <a:srgbClr val="5AD0B8"/>
      </a:accent1>
      <a:accent2>
        <a:srgbClr val="47BB7E"/>
      </a:accent2>
      <a:accent3>
        <a:srgbClr val="96CD4B"/>
      </a:accent3>
      <a:accent4>
        <a:srgbClr val="61C7DD"/>
      </a:accent4>
      <a:accent5>
        <a:srgbClr val="2495CF"/>
      </a:accent5>
      <a:accent6>
        <a:srgbClr val="5A74D1"/>
      </a:accent6>
      <a:hlink>
        <a:srgbClr val="72CEBB"/>
      </a:hlink>
      <a:folHlink>
        <a:srgbClr val="98E6D6"/>
      </a:folHlink>
    </a:clrScheme>
    <a:fontScheme name="Benutzerdefiniert 2">
      <a:majorFont>
        <a:latin typeface="Calibri Light"/>
        <a:ea typeface=""/>
        <a:cs typeface=""/>
      </a:majorFont>
      <a:minorFont>
        <a:latin typeface="Calibri Light"/>
        <a:ea typeface=""/>
        <a:cs typeface=""/>
      </a:minorFont>
    </a:fontScheme>
    <a:fmtScheme name="Mesh">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0F262FD6-3409-4039-A531-64BD4D2F99E4}"/>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8FDB464-C41E-48A9-886C-867496F11A9A}">
  <we:reference id="wa200007130" version="1.0.0.1" store="de-DE" storeType="OMEX"/>
  <we:alternateReferences>
    <we:reference id="wa200007130" version="1.0.0.1" store="wa200007130"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0</TotalTime>
  <Words>1439</Words>
  <Application>Microsoft Office PowerPoint</Application>
  <PresentationFormat>Breitbild</PresentationFormat>
  <Paragraphs>251</Paragraphs>
  <Slides>10</Slides>
  <Notes>10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10</vt:i4>
      </vt:variant>
    </vt:vector>
  </HeadingPairs>
  <TitlesOfParts>
    <vt:vector size="17" baseType="lpstr">
      <vt:lpstr>-apple-system</vt:lpstr>
      <vt:lpstr>Aptos</vt:lpstr>
      <vt:lpstr>Arial</vt:lpstr>
      <vt:lpstr>Calibri Light</vt:lpstr>
      <vt:lpstr>Symbol</vt:lpstr>
      <vt:lpstr>Wingdings</vt:lpstr>
      <vt:lpstr>Netz</vt:lpstr>
      <vt:lpstr>NooThesi Flashcard App</vt:lpstr>
      <vt:lpstr>Inhalt</vt:lpstr>
      <vt:lpstr>Flashcard-Desktop app</vt:lpstr>
      <vt:lpstr>Ziele</vt:lpstr>
      <vt:lpstr>Pros/Contras - was lief gut, was lief schlecht</vt:lpstr>
      <vt:lpstr>Datenbankabfragen</vt:lpstr>
      <vt:lpstr>Datenbank</vt:lpstr>
      <vt:lpstr>Demonstration</vt:lpstr>
      <vt:lpstr>Fazit</vt:lpstr>
      <vt:lpstr>Quellenverzeichnis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Jan Mike Bretscher</dc:creator>
  <cp:lastModifiedBy>Jan Bretscher</cp:lastModifiedBy>
  <cp:revision>27</cp:revision>
  <dcterms:created xsi:type="dcterms:W3CDTF">2025-02-21T09:44:08Z</dcterms:created>
  <dcterms:modified xsi:type="dcterms:W3CDTF">2025-07-03T10:44:35Z</dcterms:modified>
</cp:coreProperties>
</file>